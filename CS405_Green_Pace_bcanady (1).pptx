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theme/theme18.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embeddedFontLst>
    <p:embeddedFont>
      <p:font typeface="Century Gothic"/>
      <p:regular r:id="rId18"/>
      <p:bold r:id="rId19"/>
      <p:italic r:id="rId20"/>
      <p:boldItalic r:id="rId21"/>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font" Target="fonts/Font_1_Century_Gothic_Regular.fntdata"/><Relationship Id="rId19" Type="http://schemas.openxmlformats.org/officeDocument/2006/relationships/font" Target="fonts/Font_2_Century_Gothic_Bold.fntdata"/><Relationship Id="rId20" Type="http://schemas.openxmlformats.org/officeDocument/2006/relationships/font" Target="fonts/Font_3_Century_Gothic_Italic.fntdata"/><Relationship Id="rId21" Type="http://schemas.openxmlformats.org/officeDocument/2006/relationships/font" Target="fonts/Font_4_Century_Gothic_BoldItalic.fntdata"/><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6000" b="0" u="none" strike="noStrike">
                <a:solidFill>
                  <a:srgbClr val="000000"/>
                </a:solidFill>
                <a:effectLst/>
                <a:uFillTx/>
                <a:latin typeface="Arial"/>
              </a:rPr>
              <a:t>Click to move the slide</a:t>
            </a:r>
            <a:endParaRPr lang="en-US" sz="6000" b="0" u="none" strike="noStrike">
              <a:solidFill>
                <a:srgbClr val="000000"/>
              </a:solidFill>
              <a:effectLst/>
              <a:uFillTx/>
              <a:latin typeface="Arial"/>
            </a:endParaRPr>
          </a:p>
        </p:txBody>
      </p:sp>
      <p:sp>
        <p:nvSpPr>
          <p:cNvPr id="13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3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33" name="PlaceHolder 4"/>
          <p:cNvSpPr>
            <a:spLocks noGrp="1"/>
          </p:cNvSpPr>
          <p:nvPr>
            <p:ph type="dt" idx="5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34" name="PlaceHolder 5"/>
          <p:cNvSpPr>
            <a:spLocks noGrp="1"/>
          </p:cNvSpPr>
          <p:nvPr>
            <p:ph type="ftr" idx="5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5" name="PlaceHolder 6"/>
          <p:cNvSpPr>
            <a:spLocks noGrp="1"/>
          </p:cNvSpPr>
          <p:nvPr>
            <p:ph type="sldNum" idx="5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01F8F7A-09A5-4EDC-88D6-B8AF50F7415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Hello, I'm Brandon Canady, and this is my CS 405 security policy presentation for Green Pace. I'll explain how our coding standards, defensive controls, unit tests, and automated checks work together to reduce software security risks.</a:t>
            </a:r>
            <a:endParaRPr lang="en-US" sz="1100" b="0" u="none" strike="noStrike">
              <a:solidFill>
                <a:srgbClr val="000000"/>
              </a:solidFill>
              <a:effectLst/>
              <a:uFillTx/>
              <a:latin typeface="Arial"/>
            </a:endParaRPr>
          </a:p>
        </p:txBody>
      </p:sp>
      <p:sp>
        <p:nvSpPr>
          <p:cNvPr id="256" name="PlaceHolder 2"/>
          <p:cNvSpPr>
            <a:spLocks noGrp="1"/>
          </p:cNvSpPr>
          <p:nvPr>
            <p:ph type="sldImg"/>
          </p:nvPr>
        </p:nvSpPr>
        <p:spPr>
          <a:xfrm>
            <a:off x="380880" y="685800"/>
            <a:ext cx="6095160" cy="3428280"/>
          </a:xfrm>
          <a:prstGeom prst="rect">
            <a:avLst/>
          </a:prstGeom>
          <a:ln w="0">
            <a:noFill/>
          </a:ln>
        </p:spPr>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Green Pace needs consistent security policies because a small coding mistake can affect customer data or the availability of our services. The diagram shows defense in depth, where physical, network, host, endpoint, and application protections support one another. Our own policy applies the same idea to coding: we validate input, review code, run automated tests, limit access, protect data, and monitor for suspicious activity. No single safeguard is expected to catch every threat.</a:t>
            </a:r>
            <a:endParaRPr lang="en-US" sz="1100" b="0" u="none" strike="noStrike">
              <a:solidFill>
                <a:srgbClr val="000000"/>
              </a:solidFill>
              <a:effectLst/>
              <a:uFillTx/>
              <a:latin typeface="Arial"/>
            </a:endParaRPr>
          </a:p>
        </p:txBody>
      </p:sp>
      <p:sp>
        <p:nvSpPr>
          <p:cNvPr id="258" name="PlaceHolder 2"/>
          <p:cNvSpPr>
            <a:spLocks noGrp="1"/>
          </p:cNvSpPr>
          <p:nvPr>
            <p:ph type="sldImg"/>
          </p:nvPr>
        </p:nvSpPr>
        <p:spPr>
          <a:xfrm>
            <a:off x="380880" y="685800"/>
            <a:ext cx="6095160" cy="3428280"/>
          </a:xfrm>
          <a:prstGeom prst="rect">
            <a:avLst/>
          </a:prstGeom>
          <a:ln w="0">
            <a:noFill/>
          </a:ln>
        </p:spPr>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The threats matrix helps Green Pace decide which vulnerabilities to address first. SQL injection and use-after-free receive priority five because of their potential consequences for data or memory safety. Integer errors, unsafe indexes, and pointer problems are priority four. Assertion and exception issues are priority three. These are planning estimates based on likelihood, impact, and repair effort, not measured breach frequencies. We can use compiler warnings, Cppcheck, and automated tests to help detect relevant weaknesses earlier.</a:t>
            </a:r>
            <a:endParaRPr lang="en-US" sz="1100" b="0" u="none" strike="noStrike">
              <a:solidFill>
                <a:srgbClr val="000000"/>
              </a:solidFill>
              <a:effectLst/>
              <a:uFillTx/>
              <a:latin typeface="Arial"/>
            </a:endParaRPr>
          </a:p>
        </p:txBody>
      </p:sp>
      <p:sp>
        <p:nvSpPr>
          <p:cNvPr id="260" name="PlaceHolder 2"/>
          <p:cNvSpPr>
            <a:spLocks noGrp="1"/>
          </p:cNvSpPr>
          <p:nvPr>
            <p:ph type="sldImg"/>
          </p:nvPr>
        </p:nvSpPr>
        <p:spPr>
          <a:xfrm>
            <a:off x="380880" y="685800"/>
            <a:ext cx="6095160" cy="3428280"/>
          </a:xfrm>
          <a:prstGeom prst="rect">
            <a:avLst/>
          </a:prstGeom>
          <a:ln w="0">
            <a:noFill/>
          </a:ln>
        </p:spPr>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These ten principles guide how Green Pace writes and reviews software. Each one maps to specific coding standards. For example, validating input supports safe conversions, string boundaries, and SQL parameterization. Defense in depth connects several standards so a mistake is less likely to become a serious incident. This alignment helps developers turn broad security expectations into practices they can verify in code.</a:t>
            </a:r>
            <a:endParaRPr lang="en-US" sz="1100" b="0" u="none" strike="noStrike">
              <a:solidFill>
                <a:srgbClr val="000000"/>
              </a:solidFill>
              <a:effectLst/>
              <a:uFillTx/>
              <a:latin typeface="Arial"/>
            </a:endParaRPr>
          </a:p>
        </p:txBody>
      </p:sp>
      <p:sp>
        <p:nvSpPr>
          <p:cNvPr id="262" name="PlaceHolder 2"/>
          <p:cNvSpPr>
            <a:spLocks noGrp="1"/>
          </p:cNvSpPr>
          <p:nvPr>
            <p:ph type="sldImg"/>
          </p:nvPr>
        </p:nvSpPr>
        <p:spPr>
          <a:xfrm>
            <a:off x="380880" y="685800"/>
            <a:ext cx="6095160" cy="3428280"/>
          </a:xfrm>
          <a:prstGeom prst="rect">
            <a:avLst/>
          </a:prstGeom>
          <a:ln w="0">
            <a:noFill/>
          </a:ln>
        </p:spPr>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Green Pace has ten coding standards, ranked by security risk. The two most urgent are parameterized SQL queries and prevention of use-after-free, because those issues can threaten sensitive data and memory safety. Six high-priority standards address integer handling, string and container bounds, null pointers, and double deletion. The remaining standards focus on assertions and exceptions. The order considers impact, likelihood, and repair effort, so teams can work on the highest-risk problems first.</a:t>
            </a:r>
            <a:endParaRPr lang="en-US" sz="1100" b="0" u="none" strike="noStrike">
              <a:solidFill>
                <a:srgbClr val="000000"/>
              </a:solidFill>
              <a:effectLst/>
              <a:uFillTx/>
              <a:latin typeface="Arial"/>
            </a:endParaRPr>
          </a:p>
        </p:txBody>
      </p:sp>
      <p:sp>
        <p:nvSpPr>
          <p:cNvPr id="264" name="PlaceHolder 2"/>
          <p:cNvSpPr>
            <a:spLocks noGrp="1"/>
          </p:cNvSpPr>
          <p:nvPr>
            <p:ph type="sldImg"/>
          </p:nvPr>
        </p:nvSpPr>
        <p:spPr>
          <a:xfrm>
            <a:off x="380880" y="685800"/>
            <a:ext cx="6095160" cy="3428280"/>
          </a:xfrm>
          <a:prstGeom prst="rect">
            <a:avLst/>
          </a:prstGeom>
          <a:ln w="0">
            <a:noFill/>
          </a:ln>
        </p:spPr>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Encryption needs to protect data in three situations. In flight means data moving across the network, so we use encrypted TLS connections and verify certificates. At rest means information stored in databases, devices, and backups, which Green Pace should protect with approved encryption and secure key management. In use means data being processed in memory. Ordinary encryption at rest does not protect active plaintext, so we limit access, isolate processes, and reduce how long sensitive data remains exposed.</a:t>
            </a:r>
            <a:endParaRPr lang="en-US" sz="1100" b="0" u="none" strike="noStrike">
              <a:solidFill>
                <a:srgbClr val="000000"/>
              </a:solidFill>
              <a:effectLst/>
              <a:uFillTx/>
              <a:latin typeface="Arial"/>
            </a:endParaRPr>
          </a:p>
        </p:txBody>
      </p:sp>
      <p:sp>
        <p:nvSpPr>
          <p:cNvPr id="266" name="PlaceHolder 2"/>
          <p:cNvSpPr>
            <a:spLocks noGrp="1"/>
          </p:cNvSpPr>
          <p:nvPr>
            <p:ph type="sldImg"/>
          </p:nvPr>
        </p:nvSpPr>
        <p:spPr>
          <a:xfrm>
            <a:off x="380880" y="685800"/>
            <a:ext cx="6095160" cy="3428280"/>
          </a:xfrm>
          <a:prstGeom prst="rect">
            <a:avLst/>
          </a:prstGeom>
          <a:ln w="0">
            <a:noFill/>
          </a:ln>
        </p:spPr>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The Triple-A framework stands for authentication, authorization, and accounting. Authentication verifies who a user is, especially for privileged accounts. Authorization limits what that person can access, even after a successful login. Accounting records security-relevant activity, like permission changes or access to customer information. Together these controls make Green Pace more resilient and help the team investigate incidents without exposing passwords or other secrets in logs.</a:t>
            </a:r>
            <a:endParaRPr lang="en-US" sz="1100" b="0" u="none" strike="noStrike">
              <a:solidFill>
                <a:srgbClr val="000000"/>
              </a:solidFill>
              <a:effectLst/>
              <a:uFillTx/>
              <a:latin typeface="Arial"/>
            </a:endParaRPr>
          </a:p>
        </p:txBody>
      </p:sp>
      <p:sp>
        <p:nvSpPr>
          <p:cNvPr id="268" name="PlaceHolder 2"/>
          <p:cNvSpPr>
            <a:spLocks noGrp="1"/>
          </p:cNvSpPr>
          <p:nvPr>
            <p:ph type="sldImg"/>
          </p:nvPr>
        </p:nvSpPr>
        <p:spPr>
          <a:xfrm>
            <a:off x="380880" y="685800"/>
            <a:ext cx="6095160" cy="3428280"/>
          </a:xfrm>
          <a:prstGeom prst="rect">
            <a:avLst/>
          </a:prstGeom>
          <a:ln w="0">
            <a:noFill/>
          </a:ln>
        </p:spPr>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380880" y="685800"/>
            <a:ext cx="6095160" cy="3428280"/>
          </a:xfrm>
          <a:prstGeom prst="rect">
            <a:avLst/>
          </a:prstGeom>
          <a:ln w="0">
            <a:noFill/>
          </a:ln>
        </p:spPr>
      </p:sp>
      <p:sp>
        <p:nvSpPr>
          <p:cNvPr id="270" name="PlaceHolder 2"/>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For unit testing, I focused on out-of-range string indexing in C++. I used the Google Test framework with std::string's bounds-checked at method. Three positive cases checked valid characters in the word Pace. Three negative cases checked invalid indexes, including the end of the string and an empty string, expecting an out-of-range exception. I actually ran the suite in Visual Studio: all six tests passed with zero failures in eleven milliseconds. Next I would test additional boundaries and run these tests automatically whenever code changes. These results verify the particular checks we tested; they do not prove that every possible memory vulnerability has been removed.</a:t>
            </a:r>
            <a:endParaRPr lang="en-US" sz="11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This diagram shows the DevSecOps cycle, from pre-production through production and back again. During planning and design, we assess risks and choose secure approaches. In the build stage, compiler warnings and static analysis can identify coding issues. During verification, automated tests and sanitizers check the behavior of the software before release. After deployment, logs and alerting help us detect and respond to threats. For Green Pace, this means security continues throughout development rather than waiting until there is a problem.</a:t>
            </a:r>
            <a:endParaRPr lang="en-US" sz="1100" b="0" u="none" strike="noStrike">
              <a:solidFill>
                <a:srgbClr val="000000"/>
              </a:solidFill>
              <a:effectLst/>
              <a:uFillTx/>
              <a:latin typeface="Arial"/>
            </a:endParaRPr>
          </a:p>
        </p:txBody>
      </p:sp>
      <p:sp>
        <p:nvSpPr>
          <p:cNvPr id="272" name="PlaceHolder 2"/>
          <p:cNvSpPr>
            <a:spLocks noGrp="1"/>
          </p:cNvSpPr>
          <p:nvPr>
            <p:ph type="sldImg"/>
          </p:nvPr>
        </p:nvSpPr>
        <p:spPr>
          <a:xfrm>
            <a:off x="380880" y="685800"/>
            <a:ext cx="6095160" cy="3428280"/>
          </a:xfrm>
          <a:prstGeom prst="rect">
            <a:avLst/>
          </a:prstGeom>
          <a:ln w="0">
            <a:noFill/>
          </a:ln>
        </p:spPr>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This slide shows how Green Pace can build security into the complete C++ software development lifecycle. First, during planning and design, we identify possible attack paths, entry points, and trust boundaries. Secure design reviews also help make sure we're following principles like least privilege, before anyone starts writing code. Next comes the build and compile stage. Here, compiler warnings help catch suspicious code early. With GCC or Clang, flags like dash Wall, dash W extra, dash W pedantic, and dash W error can make warnings much harder to ignore. Cppcheck and Clang-Tidy add another layer by scanning source code for bugs and risky C++ patterns. Then, in verification and testing, Google Test checks that the program behaves as expected. AddressSanitizer helps detect memory mistakes, and UndefinedBehaviorSanitizer can find certain types of undefined behavior. Finally, before release, security gates can hold back builds with serious findings. Once Green Pace's software is running, logging, alerts, and incident response keep the protection going. The main idea is that security should follow the code from its first design review all the way into production.</a:t>
            </a:r>
            <a:endParaRPr lang="en-US" sz="1100" b="0" u="none" strike="noStrike">
              <a:solidFill>
                <a:srgbClr val="000000"/>
              </a:solidFill>
              <a:effectLst/>
              <a:uFillTx/>
              <a:latin typeface="Arial"/>
            </a:endParaRPr>
          </a:p>
        </p:txBody>
      </p:sp>
      <p:sp>
        <p:nvSpPr>
          <p:cNvPr id="274" name="PlaceHolder 2"/>
          <p:cNvSpPr>
            <a:spLocks noGrp="1"/>
          </p:cNvSpPr>
          <p:nvPr>
            <p:ph type="sldImg"/>
          </p:nvPr>
        </p:nvSpPr>
        <p:spPr>
          <a:xfrm>
            <a:off x="380880" y="685800"/>
            <a:ext cx="6095160" cy="3428280"/>
          </a:xfrm>
          <a:prstGeom prst="rect">
            <a:avLst/>
          </a:prstGeom>
          <a:ln w="0">
            <a:noFill/>
          </a:ln>
        </p:spPr>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Now, let's talk about the risks and benefits of putting Green Pace's security policy into action. One of the biggest concerns is that coding vulnerabilities, like SQL injection or memory errors, could expose customer information or cause unexpected system failures. By addressing these issues early, Green Pace can reduce potential security incidents, lower repair costs, and build greater trust with its customers. But if we wait until something goes wrong, those vulnerabilities could reach production, where they're often more expensive to fix. Security tools also have trade-offs, like additional testing time, false positives, and training. Even so, the long-term benefits make early security checks a sensible investment.</a:t>
            </a:r>
            <a:endParaRPr lang="en-US" sz="1100" b="0" u="none" strike="noStrike">
              <a:solidFill>
                <a:srgbClr val="000000"/>
              </a:solidFill>
              <a:effectLst/>
              <a:uFillTx/>
              <a:latin typeface="Arial"/>
            </a:endParaRPr>
          </a:p>
        </p:txBody>
      </p:sp>
      <p:sp>
        <p:nvSpPr>
          <p:cNvPr id="276" name="PlaceHolder 2"/>
          <p:cNvSpPr>
            <a:spLocks noGrp="1"/>
          </p:cNvSpPr>
          <p:nvPr>
            <p:ph type="sldImg"/>
          </p:nvPr>
        </p:nvSpPr>
        <p:spPr>
          <a:xfrm>
            <a:off x="380880" y="685800"/>
            <a:ext cx="6095160" cy="3428280"/>
          </a:xfrm>
          <a:prstGeom prst="rect">
            <a:avLst/>
          </a:prstGeom>
          <a:ln w="0">
            <a:noFill/>
          </a:ln>
        </p:spPr>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Even with a policy in place, Green Pace still has some gaps. We need evidence that our automated checks consistently run before release, broader measures of test coverage, and a baseline for tracking scan findings. I recommend integrating security checks into continuous integration, using sanitizers and targeted fuzzing, and reviewing third-party dependencies. The team should track how quickly serious findings are resolved, then update security controls as applications, tools, and threats change.</a:t>
            </a:r>
            <a:endParaRPr lang="en-US" sz="1100" b="0" u="none" strike="noStrike">
              <a:solidFill>
                <a:srgbClr val="000000"/>
              </a:solidFill>
              <a:effectLst/>
              <a:uFillTx/>
              <a:latin typeface="Arial"/>
            </a:endParaRPr>
          </a:p>
        </p:txBody>
      </p:sp>
      <p:sp>
        <p:nvSpPr>
          <p:cNvPr id="278" name="PlaceHolder 2"/>
          <p:cNvSpPr>
            <a:spLocks noGrp="1"/>
          </p:cNvSpPr>
          <p:nvPr>
            <p:ph type="sldImg"/>
          </p:nvPr>
        </p:nvSpPr>
        <p:spPr>
          <a:xfrm>
            <a:off x="380880" y="685800"/>
            <a:ext cx="6095160" cy="3428280"/>
          </a:xfrm>
          <a:prstGeom prst="rect">
            <a:avLst/>
          </a:prstGeom>
          <a:ln w="0">
            <a:noFill/>
          </a:ln>
        </p:spPr>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To close, Green Pace should adopt established standards rather than relying only on individual developer habits. SEI CERT C++ provides guidance for safe C++ practices, OWASP helps prevent common application vulnerabilities, and NIST's Secure Software Development Framework supports disciplined development and release processes. Combining those practices with ongoing testing, encryption, access controls, and monitoring supports a stronger defense in depth. The big takeaway is simple: security starts during design, not at the end, and it continues after deployment.</a:t>
            </a:r>
            <a:endParaRPr lang="en-US" sz="1100" b="0" u="none" strike="noStrike">
              <a:solidFill>
                <a:srgbClr val="000000"/>
              </a:solidFill>
              <a:effectLst/>
              <a:uFillTx/>
              <a:latin typeface="Arial"/>
            </a:endParaRPr>
          </a:p>
        </p:txBody>
      </p:sp>
      <p:sp>
        <p:nvSpPr>
          <p:cNvPr id="280" name="PlaceHolder 2"/>
          <p:cNvSpPr>
            <a:spLocks noGrp="1"/>
          </p:cNvSpPr>
          <p:nvPr>
            <p:ph type="sldImg"/>
          </p:nvPr>
        </p:nvSpPr>
        <p:spPr>
          <a:xfrm>
            <a:off x="380880" y="685800"/>
            <a:ext cx="6095160" cy="3428280"/>
          </a:xfrm>
          <a:prstGeom prst="rect">
            <a:avLst/>
          </a:prstGeom>
          <a:ln w="0">
            <a:noFill/>
          </a:ln>
        </p:spPr>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body"/>
          </p:nvPr>
        </p:nvSpPr>
        <p:spPr>
          <a:xfrm>
            <a:off x="685800" y="4343400"/>
            <a:ext cx="5485680" cy="4114080"/>
          </a:xfrm>
          <a:prstGeom prst="rect">
            <a:avLst/>
          </a:prstGeom>
          <a:noFill/>
          <a:ln w="0">
            <a:noFill/>
          </a:ln>
        </p:spPr>
        <p:txBody>
          <a:bodyPr lIns="91440" tIns="91440" rIns="91440" bIns="91440" anchor="t">
            <a:noAutofit/>
          </a:bodyPr>
          <a:p>
            <a:pPr marL="457200" indent="-298440" algn="l">
              <a:lnSpc>
                <a:spcPct val="100000"/>
              </a:lnSpc>
              <a:buClr>
                <a:srgbClr val="000000"/>
              </a:buClr>
              <a:buFont typeface="Arial"/>
              <a:buChar char="●"/>
            </a:pPr>
            <a:r>
              <a:rPr lang="en-US" sz="1100" b="0" u="none" strike="noStrike">
                <a:solidFill>
                  <a:srgbClr val="000000"/>
                </a:solidFill>
                <a:effectLst/>
                <a:uFillTx/>
                <a:latin typeface="Arial"/>
                <a:ea typeface="Arial"/>
              </a:rPr>
              <a:t>These references support the secure coding practices, automated testing framework, and development standards discussed throughout the presentation.</a:t>
            </a:r>
            <a:endParaRPr lang="en-US" sz="1100" b="0" u="none" strike="noStrike">
              <a:solidFill>
                <a:srgbClr val="000000"/>
              </a:solidFill>
              <a:effectLst/>
              <a:uFillTx/>
              <a:latin typeface="Arial"/>
            </a:endParaRPr>
          </a:p>
        </p:txBody>
      </p:sp>
      <p:sp>
        <p:nvSpPr>
          <p:cNvPr id="282" name="PlaceHolder 2"/>
          <p:cNvSpPr>
            <a:spLocks noGrp="1"/>
          </p:cNvSpPr>
          <p:nvPr>
            <p:ph type="sldImg"/>
          </p:nvPr>
        </p:nvSpPr>
        <p:spPr>
          <a:xfrm>
            <a:off x="380880" y="685800"/>
            <a:ext cx="6095160" cy="3428280"/>
          </a:xfrm>
          <a:prstGeom prst="rect">
            <a:avLst/>
          </a:prstGeom>
          <a:ln w="0">
            <a:noFill/>
          </a:ln>
        </p:spPr>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rgbClr val="000000"/>
        </a:solidFill>
      </p:bgPr>
    </p:bg>
    <p:spTree>
      <p:nvGrpSpPr>
        <p:cNvPr id="1" name=""/>
        <p:cNvGrpSpPr/>
        <p:nvPr/>
      </p:nvGrpSpPr>
      <p:grpSpPr>
        <a:xfrm>
          <a:off x="0" y="0"/>
          <a:ext cx="0" cy="0"/>
          <a:chOff x="0" y="0"/>
          <a:chExt cx="0" cy="0"/>
        </a:xfrm>
      </p:grpSpPr>
      <p:pic>
        <p:nvPicPr>
          <p:cNvPr id="2" name="Google Shape;6;p15" descr="C0-HD-TOP.png" hidden="1"/>
          <p:cNvPicPr/>
          <p:nvPr/>
        </p:nvPicPr>
        <p:blipFill>
          <a:blip r:embed="rId2"/>
          <a:stretch/>
        </p:blipFill>
        <p:spPr>
          <a:xfrm>
            <a:off x="0" y="0"/>
            <a:ext cx="12191400" cy="1440720"/>
          </a:xfrm>
          <a:prstGeom prst="rect">
            <a:avLst/>
          </a:prstGeom>
          <a:noFill/>
          <a:ln w="0">
            <a:noFill/>
          </a:ln>
        </p:spPr>
      </p:pic>
      <p:pic>
        <p:nvPicPr>
          <p:cNvPr id="3" name="Google Shape;134;p32" descr="C0-HD-BTM.png"/>
          <p:cNvPicPr/>
          <p:nvPr/>
        </p:nvPicPr>
        <p:blipFill>
          <a:blip r:embed="rId3"/>
          <a:stretch/>
        </p:blipFill>
        <p:spPr>
          <a:xfrm>
            <a:off x="0" y="4375080"/>
            <a:ext cx="12191400" cy="2482200"/>
          </a:xfrm>
          <a:prstGeom prst="rect">
            <a:avLst/>
          </a:prstGeom>
          <a:noFill/>
          <a:ln w="0">
            <a:noFill/>
          </a:ln>
        </p:spPr>
      </p:pic>
      <p:sp>
        <p:nvSpPr>
          <p:cNvPr id="4" name="PlaceHolder 1"/>
          <p:cNvSpPr>
            <a:spLocks noGrp="1"/>
          </p:cNvSpPr>
          <p:nvPr>
            <p:ph type="title"/>
          </p:nvPr>
        </p:nvSpPr>
        <p:spPr>
          <a:xfrm rot="5400000">
            <a:off x="8526600" y="1667880"/>
            <a:ext cx="3902400" cy="205668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000" b="0" u="none" strike="noStrike">
                <a:solidFill>
                  <a:srgbClr val="000000"/>
                </a:solidFill>
                <a:effectLst/>
                <a:uFillTx/>
                <a:latin typeface="Arial"/>
              </a:defRPr>
            </a:lvl1pPr>
          </a:lstStyle>
          <a:p>
            <a:pPr indent="0" algn="l">
              <a:lnSpc>
                <a:spcPct val="100000"/>
              </a:lnSpc>
              <a:buNone/>
              <a:tabLst>
                <a:tab pos="0" algn="l"/>
              </a:tabLst>
            </a:pPr>
            <a:r>
              <a:rPr lang="en-US" sz="4000" b="0" u="none" strike="noStrike">
                <a:solidFill>
                  <a:srgbClr val="000000"/>
                </a:solidFill>
                <a:effectLst/>
                <a:uFillTx/>
                <a:latin typeface="Arial"/>
              </a:rPr>
              <a:t>Click to edit the title text format</a:t>
            </a:r>
            <a:endParaRPr lang="en-US" sz="4000" b="0" u="none" strike="noStrike">
              <a:solidFill>
                <a:srgbClr val="000000"/>
              </a:solidFill>
              <a:effectLst/>
              <a:uFillTx/>
              <a:latin typeface="Arial"/>
            </a:endParaRPr>
          </a:p>
        </p:txBody>
      </p:sp>
      <p:sp>
        <p:nvSpPr>
          <p:cNvPr id="5" name="PlaceHolder 2"/>
          <p:cNvSpPr>
            <a:spLocks noGrp="1"/>
          </p:cNvSpPr>
          <p:nvPr>
            <p:ph type="body"/>
          </p:nvPr>
        </p:nvSpPr>
        <p:spPr>
          <a:xfrm rot="5400000">
            <a:off x="3175560" y="-1404720"/>
            <a:ext cx="3902400" cy="8203320"/>
          </a:xfrm>
          <a:prstGeom prst="rect">
            <a:avLst/>
          </a:prstGeom>
          <a:noFill/>
          <a:ln w="0">
            <a:noFill/>
          </a:ln>
        </p:spPr>
        <p:txBody>
          <a:bodyPr lIns="91440" tIns="45720" rIns="91440" bIns="45720" anchor="t">
            <a:normAutofit/>
          </a:bodyPr>
          <a:lstStyle>
            <a:lvl1pPr algn="l">
              <a:lnSpc>
                <a:spcPct val="100000"/>
              </a:lnSpc>
              <a:spcBef>
                <a:spcPts val="1417"/>
              </a:spcBef>
              <a:buClr>
                <a:srgbClr val="FFFFFF"/>
              </a:buClr>
              <a:buSzPct val="45000"/>
              <a:buFont typeface="Wingdings" charset="2"/>
              <a:buChar char=""/>
              <a:defRPr lang="en-US" sz="2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7pPr>
          </a:lstStyle>
          <a:p>
            <a:pPr marL="457200" indent="-343080" algn="l">
              <a:lnSpc>
                <a:spcPct val="100000"/>
              </a:lnSpc>
              <a:spcBef>
                <a:spcPts val="1417"/>
              </a:spcBef>
              <a:buClr>
                <a:srgbClr val="FFFFFF"/>
              </a:buClr>
              <a:buSzPct val="45000"/>
              <a:buFont typeface="Wingdings" charset="2"/>
              <a:buChar char=""/>
            </a:pPr>
            <a:r>
              <a:rPr lang="en-US" sz="2200" b="0" u="none" strike="noStrike">
                <a:solidFill>
                  <a:srgbClr val="000000"/>
                </a:solidFill>
                <a:effectLst/>
                <a:uFillTx/>
                <a:latin typeface="Arial"/>
              </a:rPr>
              <a:t>Click to edit the outline text format</a:t>
            </a:r>
            <a:endParaRPr lang="en-US" sz="2200" b="0" u="none" strike="noStrike">
              <a:solidFill>
                <a:srgbClr val="000000"/>
              </a:solidFill>
              <a:effectLst/>
              <a:uFillTx/>
              <a:latin typeface="Arial"/>
            </a:endParaRPr>
          </a:p>
          <a:p>
            <a:pPr marL="914400" lvl="1" indent="-343080" algn="l">
              <a:lnSpc>
                <a:spcPct val="100000"/>
              </a:lnSpc>
              <a:spcBef>
                <a:spcPts val="1134"/>
              </a:spcBef>
              <a:buClr>
                <a:srgbClr val="FFFFFF"/>
              </a:buClr>
              <a:buSzPct val="75000"/>
              <a:buFont typeface="Symbol" charset="2"/>
              <a:buChar char=""/>
            </a:pPr>
            <a:r>
              <a:rPr lang="en-US" sz="2200" b="0" u="none" strike="noStrike">
                <a:solidFill>
                  <a:srgbClr val="000000"/>
                </a:solidFill>
                <a:effectLst/>
                <a:uFillTx/>
                <a:latin typeface="Arial"/>
              </a:rPr>
              <a:t>Second Outline Level</a:t>
            </a:r>
            <a:endParaRPr lang="en-US" sz="2200" b="0" u="none" strike="noStrike">
              <a:solidFill>
                <a:srgbClr val="000000"/>
              </a:solidFill>
              <a:effectLst/>
              <a:uFillTx/>
              <a:latin typeface="Arial"/>
            </a:endParaRPr>
          </a:p>
          <a:p>
            <a:pPr marL="1371600" lvl="2" indent="-343080" algn="l">
              <a:lnSpc>
                <a:spcPct val="100000"/>
              </a:lnSpc>
              <a:spcBef>
                <a:spcPts val="850"/>
              </a:spcBef>
              <a:buClr>
                <a:srgbClr val="FFFFFF"/>
              </a:buClr>
              <a:buSzPct val="45000"/>
              <a:buFont typeface="Wingdings" charset="2"/>
              <a:buChar char=""/>
            </a:pPr>
            <a:r>
              <a:rPr lang="en-US" sz="2200" b="0" u="none" strike="noStrike">
                <a:solidFill>
                  <a:srgbClr val="000000"/>
                </a:solidFill>
                <a:effectLst/>
                <a:uFillTx/>
                <a:latin typeface="Arial"/>
              </a:rPr>
              <a:t>Third Outline Level</a:t>
            </a:r>
            <a:endParaRPr lang="en-US" sz="2200" b="0" u="none" strike="noStrike">
              <a:solidFill>
                <a:srgbClr val="000000"/>
              </a:solidFill>
              <a:effectLst/>
              <a:uFillTx/>
              <a:latin typeface="Arial"/>
            </a:endParaRPr>
          </a:p>
          <a:p>
            <a:pPr marL="1828800" lvl="3" indent="-343080" algn="l">
              <a:lnSpc>
                <a:spcPct val="100000"/>
              </a:lnSpc>
              <a:spcBef>
                <a:spcPts val="567"/>
              </a:spcBef>
              <a:buClr>
                <a:srgbClr val="FFFFFF"/>
              </a:buClr>
              <a:buSzPct val="75000"/>
              <a:buFont typeface="Symbol" charset="2"/>
              <a:buChar char=""/>
            </a:pPr>
            <a:r>
              <a:rPr lang="en-US" sz="2200" b="0" u="none" strike="noStrike">
                <a:solidFill>
                  <a:srgbClr val="000000"/>
                </a:solidFill>
                <a:effectLst/>
                <a:uFillTx/>
                <a:latin typeface="Arial"/>
              </a:rPr>
              <a:t>Fourth Outline Level</a:t>
            </a:r>
            <a:endParaRPr lang="en-US" sz="2200" b="0" u="none" strike="noStrike">
              <a:solidFill>
                <a:srgbClr val="000000"/>
              </a:solidFill>
              <a:effectLst/>
              <a:uFillTx/>
              <a:latin typeface="Arial"/>
            </a:endParaRPr>
          </a:p>
          <a:p>
            <a:pPr marL="2286000" lvl="4"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Fifth Outline Level</a:t>
            </a:r>
            <a:endParaRPr lang="en-US" sz="2200" b="0" u="none" strike="noStrike">
              <a:solidFill>
                <a:srgbClr val="000000"/>
              </a:solidFill>
              <a:effectLst/>
              <a:uFillTx/>
              <a:latin typeface="Arial"/>
            </a:endParaRPr>
          </a:p>
          <a:p>
            <a:pPr marL="2743200" lvl="5"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Sixth Outline Level</a:t>
            </a:r>
            <a:endParaRPr lang="en-US" sz="2200" b="0" u="none" strike="noStrike">
              <a:solidFill>
                <a:srgbClr val="000000"/>
              </a:solidFill>
              <a:effectLst/>
              <a:uFillTx/>
              <a:latin typeface="Arial"/>
            </a:endParaRPr>
          </a:p>
          <a:p>
            <a:pPr marL="3200400" lvl="6"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Seventh Outline Level</a:t>
            </a:r>
            <a:endParaRPr lang="en-US" sz="2200" b="0" u="none" strike="noStrike">
              <a:solidFill>
                <a:srgbClr val="000000"/>
              </a:solidFill>
              <a:effectLst/>
              <a:uFillTx/>
              <a:latin typeface="Arial"/>
            </a:endParaRPr>
          </a:p>
        </p:txBody>
      </p:sp>
      <p:sp>
        <p:nvSpPr>
          <p:cNvPr id="6" name="PlaceHolder 3"/>
          <p:cNvSpPr>
            <a:spLocks noGrp="1"/>
          </p:cNvSpPr>
          <p:nvPr>
            <p:ph type="dt" idx="1"/>
          </p:nvPr>
        </p:nvSpPr>
        <p:spPr>
          <a:xfrm>
            <a:off x="7814520" y="37980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7" name="PlaceHolder 4"/>
          <p:cNvSpPr>
            <a:spLocks noGrp="1"/>
          </p:cNvSpPr>
          <p:nvPr>
            <p:ph type="ftr" idx="2"/>
          </p:nvPr>
        </p:nvSpPr>
        <p:spPr>
          <a:xfrm>
            <a:off x="685800" y="380880"/>
            <a:ext cx="699084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8" name="PlaceHolder 5"/>
          <p:cNvSpPr>
            <a:spLocks noGrp="1"/>
          </p:cNvSpPr>
          <p:nvPr>
            <p:ph type="sldNum" idx="3"/>
          </p:nvPr>
        </p:nvSpPr>
        <p:spPr>
          <a:xfrm>
            <a:off x="10862280" y="380880"/>
            <a:ext cx="64296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6A36FDAF-B33F-4BA3-B1CF-EC1FE5C14B97}"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rgbClr val="000000"/>
        </a:solidFill>
      </p:bgPr>
    </p:bg>
    <p:spTree>
      <p:nvGrpSpPr>
        <p:cNvPr id="1" name=""/>
        <p:cNvGrpSpPr/>
        <p:nvPr/>
      </p:nvGrpSpPr>
      <p:grpSpPr>
        <a:xfrm>
          <a:off x="0" y="0"/>
          <a:ext cx="0" cy="0"/>
          <a:chOff x="0" y="0"/>
          <a:chExt cx="0" cy="0"/>
        </a:xfrm>
      </p:grpSpPr>
      <p:pic>
        <p:nvPicPr>
          <p:cNvPr id="9" name="Google Shape;6;p15" descr="C0-HD-TOP.png"/>
          <p:cNvPicPr/>
          <p:nvPr/>
        </p:nvPicPr>
        <p:blipFill>
          <a:blip r:embed="rId2"/>
          <a:stretch/>
        </p:blipFill>
        <p:spPr>
          <a:xfrm>
            <a:off x="0" y="0"/>
            <a:ext cx="12191400" cy="1440720"/>
          </a:xfrm>
          <a:prstGeom prst="rect">
            <a:avLst/>
          </a:prstGeom>
          <a:noFill/>
          <a:ln w="0">
            <a:noFill/>
          </a:ln>
        </p:spPr>
      </p:pic>
      <p:sp>
        <p:nvSpPr>
          <p:cNvPr id="10"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000" b="0" u="none" strike="noStrike">
                <a:solidFill>
                  <a:srgbClr val="000000"/>
                </a:solidFill>
                <a:effectLst/>
                <a:uFillTx/>
                <a:latin typeface="Arial"/>
              </a:defRPr>
            </a:lvl1pPr>
          </a:lstStyle>
          <a:p>
            <a:pPr indent="0" algn="l">
              <a:lnSpc>
                <a:spcPct val="100000"/>
              </a:lnSpc>
              <a:buNone/>
              <a:tabLst>
                <a:tab pos="0" algn="l"/>
              </a:tabLst>
            </a:pPr>
            <a:r>
              <a:rPr lang="en-US" sz="4000" b="0" u="none" strike="noStrike">
                <a:solidFill>
                  <a:srgbClr val="000000"/>
                </a:solidFill>
                <a:effectLst/>
                <a:uFillTx/>
                <a:latin typeface="Arial"/>
              </a:rPr>
              <a:t>Click to edit the title text format</a:t>
            </a:r>
            <a:endParaRPr lang="en-US" sz="4000" b="0" u="none" strike="noStrike">
              <a:solidFill>
                <a:srgbClr val="000000"/>
              </a:solidFill>
              <a:effectLst/>
              <a:uFillTx/>
              <a:latin typeface="Arial"/>
            </a:endParaRPr>
          </a:p>
        </p:txBody>
      </p:sp>
      <p:sp>
        <p:nvSpPr>
          <p:cNvPr id="11" name="PlaceHolder 2"/>
          <p:cNvSpPr>
            <a:spLocks noGrp="1"/>
          </p:cNvSpPr>
          <p:nvPr>
            <p:ph type="body"/>
          </p:nvPr>
        </p:nvSpPr>
        <p:spPr>
          <a:xfrm>
            <a:off x="685800" y="2194560"/>
            <a:ext cx="10819800" cy="4023360"/>
          </a:xfrm>
          <a:prstGeom prst="rect">
            <a:avLst/>
          </a:prstGeom>
          <a:noFill/>
          <a:ln w="0">
            <a:noFill/>
          </a:ln>
        </p:spPr>
        <p:txBody>
          <a:bodyPr lIns="91440" tIns="45720" rIns="91440" bIns="45720" anchor="t">
            <a:normAutofit/>
          </a:bodyPr>
          <a:lstStyle>
            <a:lvl1pPr algn="l">
              <a:lnSpc>
                <a:spcPct val="100000"/>
              </a:lnSpc>
              <a:spcBef>
                <a:spcPts val="1417"/>
              </a:spcBef>
              <a:buClr>
                <a:srgbClr val="FFFFFF"/>
              </a:buClr>
              <a:buSzPct val="45000"/>
              <a:buFont typeface="Wingdings" charset="2"/>
              <a:buChar char=""/>
              <a:defRPr lang="en-US" sz="2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7pPr>
          </a:lstStyle>
          <a:p>
            <a:pPr marL="457200" indent="-343080" algn="l">
              <a:lnSpc>
                <a:spcPct val="100000"/>
              </a:lnSpc>
              <a:spcBef>
                <a:spcPts val="1417"/>
              </a:spcBef>
              <a:buClr>
                <a:srgbClr val="FFFFFF"/>
              </a:buClr>
              <a:buSzPct val="45000"/>
              <a:buFont typeface="Wingdings" charset="2"/>
              <a:buChar char=""/>
            </a:pPr>
            <a:r>
              <a:rPr lang="en-US" sz="2200" b="0" u="none" strike="noStrike">
                <a:solidFill>
                  <a:srgbClr val="000000"/>
                </a:solidFill>
                <a:effectLst/>
                <a:uFillTx/>
                <a:latin typeface="Arial"/>
              </a:rPr>
              <a:t>Click to edit the outline text format</a:t>
            </a:r>
            <a:endParaRPr lang="en-US" sz="2200" b="0" u="none" strike="noStrike">
              <a:solidFill>
                <a:srgbClr val="000000"/>
              </a:solidFill>
              <a:effectLst/>
              <a:uFillTx/>
              <a:latin typeface="Arial"/>
            </a:endParaRPr>
          </a:p>
          <a:p>
            <a:pPr marL="914400" lvl="1" indent="-343080" algn="l">
              <a:lnSpc>
                <a:spcPct val="100000"/>
              </a:lnSpc>
              <a:spcBef>
                <a:spcPts val="1134"/>
              </a:spcBef>
              <a:buClr>
                <a:srgbClr val="FFFFFF"/>
              </a:buClr>
              <a:buSzPct val="75000"/>
              <a:buFont typeface="Symbol" charset="2"/>
              <a:buChar char=""/>
            </a:pPr>
            <a:r>
              <a:rPr lang="en-US" sz="2200" b="0" u="none" strike="noStrike">
                <a:solidFill>
                  <a:srgbClr val="000000"/>
                </a:solidFill>
                <a:effectLst/>
                <a:uFillTx/>
                <a:latin typeface="Arial"/>
              </a:rPr>
              <a:t>Second Outline Level</a:t>
            </a:r>
            <a:endParaRPr lang="en-US" sz="2200" b="0" u="none" strike="noStrike">
              <a:solidFill>
                <a:srgbClr val="000000"/>
              </a:solidFill>
              <a:effectLst/>
              <a:uFillTx/>
              <a:latin typeface="Arial"/>
            </a:endParaRPr>
          </a:p>
          <a:p>
            <a:pPr marL="1371600" lvl="2" indent="-343080" algn="l">
              <a:lnSpc>
                <a:spcPct val="100000"/>
              </a:lnSpc>
              <a:spcBef>
                <a:spcPts val="850"/>
              </a:spcBef>
              <a:buClr>
                <a:srgbClr val="FFFFFF"/>
              </a:buClr>
              <a:buSzPct val="45000"/>
              <a:buFont typeface="Wingdings" charset="2"/>
              <a:buChar char=""/>
            </a:pPr>
            <a:r>
              <a:rPr lang="en-US" sz="2200" b="0" u="none" strike="noStrike">
                <a:solidFill>
                  <a:srgbClr val="000000"/>
                </a:solidFill>
                <a:effectLst/>
                <a:uFillTx/>
                <a:latin typeface="Arial"/>
              </a:rPr>
              <a:t>Third Outline Level</a:t>
            </a:r>
            <a:endParaRPr lang="en-US" sz="2200" b="0" u="none" strike="noStrike">
              <a:solidFill>
                <a:srgbClr val="000000"/>
              </a:solidFill>
              <a:effectLst/>
              <a:uFillTx/>
              <a:latin typeface="Arial"/>
            </a:endParaRPr>
          </a:p>
          <a:p>
            <a:pPr marL="1828800" lvl="3" indent="-343080" algn="l">
              <a:lnSpc>
                <a:spcPct val="100000"/>
              </a:lnSpc>
              <a:spcBef>
                <a:spcPts val="567"/>
              </a:spcBef>
              <a:buClr>
                <a:srgbClr val="FFFFFF"/>
              </a:buClr>
              <a:buSzPct val="75000"/>
              <a:buFont typeface="Symbol" charset="2"/>
              <a:buChar char=""/>
            </a:pPr>
            <a:r>
              <a:rPr lang="en-US" sz="2200" b="0" u="none" strike="noStrike">
                <a:solidFill>
                  <a:srgbClr val="000000"/>
                </a:solidFill>
                <a:effectLst/>
                <a:uFillTx/>
                <a:latin typeface="Arial"/>
              </a:rPr>
              <a:t>Fourth Outline Level</a:t>
            </a:r>
            <a:endParaRPr lang="en-US" sz="2200" b="0" u="none" strike="noStrike">
              <a:solidFill>
                <a:srgbClr val="000000"/>
              </a:solidFill>
              <a:effectLst/>
              <a:uFillTx/>
              <a:latin typeface="Arial"/>
            </a:endParaRPr>
          </a:p>
          <a:p>
            <a:pPr marL="2286000" lvl="4"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Fifth Outline Level</a:t>
            </a:r>
            <a:endParaRPr lang="en-US" sz="2200" b="0" u="none" strike="noStrike">
              <a:solidFill>
                <a:srgbClr val="000000"/>
              </a:solidFill>
              <a:effectLst/>
              <a:uFillTx/>
              <a:latin typeface="Arial"/>
            </a:endParaRPr>
          </a:p>
          <a:p>
            <a:pPr marL="2743200" lvl="5"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Sixth Outline Level</a:t>
            </a:r>
            <a:endParaRPr lang="en-US" sz="2200" b="0" u="none" strike="noStrike">
              <a:solidFill>
                <a:srgbClr val="000000"/>
              </a:solidFill>
              <a:effectLst/>
              <a:uFillTx/>
              <a:latin typeface="Arial"/>
            </a:endParaRPr>
          </a:p>
          <a:p>
            <a:pPr marL="3200400" lvl="6"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Seventh Outline Level</a:t>
            </a:r>
            <a:endParaRPr lang="en-US" sz="2200" b="0" u="none" strike="noStrike">
              <a:solidFill>
                <a:srgbClr val="000000"/>
              </a:solidFill>
              <a:effectLst/>
              <a:uFillTx/>
              <a:latin typeface="Arial"/>
            </a:endParaRPr>
          </a:p>
        </p:txBody>
      </p:sp>
      <p:sp>
        <p:nvSpPr>
          <p:cNvPr id="12" name="PlaceHolder 3"/>
          <p:cNvSpPr>
            <a:spLocks noGrp="1"/>
          </p:cNvSpPr>
          <p:nvPr>
            <p:ph type="dt" idx="4"/>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3" name="PlaceHolder 4"/>
          <p:cNvSpPr>
            <a:spLocks noGrp="1"/>
          </p:cNvSpPr>
          <p:nvPr>
            <p:ph type="ftr" idx="5"/>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4" name="PlaceHolder 5"/>
          <p:cNvSpPr>
            <a:spLocks noGrp="1"/>
          </p:cNvSpPr>
          <p:nvPr>
            <p:ph type="sldNum" idx="6"/>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AF7A35B7-5E52-4768-A47B-016C0D550FA5}"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rgbClr val="000000"/>
        </a:solidFill>
      </p:bgPr>
    </p:bg>
    <p:spTree>
      <p:nvGrpSpPr>
        <p:cNvPr id="1" name=""/>
        <p:cNvGrpSpPr/>
        <p:nvPr/>
      </p:nvGrpSpPr>
      <p:grpSpPr>
        <a:xfrm>
          <a:off x="0" y="0"/>
          <a:ext cx="0" cy="0"/>
          <a:chOff x="0" y="0"/>
          <a:chExt cx="0" cy="0"/>
        </a:xfrm>
      </p:grpSpPr>
      <p:pic>
        <p:nvPicPr>
          <p:cNvPr id="15" name="Google Shape;6;p15" descr="C0-HD-TOP.png" hidden="1"/>
          <p:cNvPicPr/>
          <p:nvPr/>
        </p:nvPicPr>
        <p:blipFill>
          <a:blip r:embed="rId2"/>
          <a:stretch/>
        </p:blipFill>
        <p:spPr>
          <a:xfrm>
            <a:off x="0" y="0"/>
            <a:ext cx="12191400" cy="1440720"/>
          </a:xfrm>
          <a:prstGeom prst="rect">
            <a:avLst/>
          </a:prstGeom>
          <a:noFill/>
          <a:ln w="0">
            <a:noFill/>
          </a:ln>
        </p:spPr>
      </p:pic>
      <p:pic>
        <p:nvPicPr>
          <p:cNvPr id="16" name="Google Shape;26;p18" descr="C0-HD-BTM.png"/>
          <p:cNvPicPr/>
          <p:nvPr/>
        </p:nvPicPr>
        <p:blipFill>
          <a:blip r:embed="rId3"/>
          <a:stretch/>
        </p:blipFill>
        <p:spPr>
          <a:xfrm>
            <a:off x="0" y="4375080"/>
            <a:ext cx="12191400" cy="2482200"/>
          </a:xfrm>
          <a:prstGeom prst="rect">
            <a:avLst/>
          </a:prstGeom>
          <a:noFill/>
          <a:ln w="0">
            <a:noFill/>
          </a:ln>
        </p:spPr>
      </p:pic>
      <p:sp>
        <p:nvSpPr>
          <p:cNvPr id="17" name="PlaceHolder 1"/>
          <p:cNvSpPr>
            <a:spLocks noGrp="1"/>
          </p:cNvSpPr>
          <p:nvPr>
            <p:ph type="title"/>
          </p:nvPr>
        </p:nvSpPr>
        <p:spPr>
          <a:xfrm>
            <a:off x="685800" y="753480"/>
            <a:ext cx="10819800" cy="280116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4000" b="0" u="none" strike="noStrike">
                <a:solidFill>
                  <a:srgbClr val="000000"/>
                </a:solidFill>
                <a:effectLst/>
                <a:uFillTx/>
                <a:latin typeface="Arial"/>
              </a:defRPr>
            </a:lvl1pPr>
          </a:lstStyle>
          <a:p>
            <a:pPr indent="0" algn="l">
              <a:lnSpc>
                <a:spcPct val="100000"/>
              </a:lnSpc>
              <a:buNone/>
              <a:tabLst>
                <a:tab pos="0" algn="l"/>
              </a:tabLst>
            </a:pPr>
            <a:r>
              <a:rPr lang="en-US" sz="4000" b="0" u="none" strike="noStrike">
                <a:solidFill>
                  <a:srgbClr val="000000"/>
                </a:solidFill>
                <a:effectLst/>
                <a:uFillTx/>
                <a:latin typeface="Arial"/>
              </a:rPr>
              <a:t>Click to edit the title text format</a:t>
            </a:r>
            <a:endParaRPr lang="en-US" sz="4000" b="0" u="none" strike="noStrike">
              <a:solidFill>
                <a:srgbClr val="000000"/>
              </a:solidFill>
              <a:effectLst/>
              <a:uFillTx/>
              <a:latin typeface="Arial"/>
            </a:endParaRPr>
          </a:p>
        </p:txBody>
      </p:sp>
      <p:sp>
        <p:nvSpPr>
          <p:cNvPr id="18" name="PlaceHolder 2"/>
          <p:cNvSpPr>
            <a:spLocks noGrp="1"/>
          </p:cNvSpPr>
          <p:nvPr>
            <p:ph type="body"/>
          </p:nvPr>
        </p:nvSpPr>
        <p:spPr>
          <a:xfrm>
            <a:off x="1024560" y="3641760"/>
            <a:ext cx="10489320" cy="955080"/>
          </a:xfrm>
          <a:prstGeom prst="rect">
            <a:avLst/>
          </a:prstGeom>
          <a:noFill/>
          <a:ln w="0">
            <a:noFill/>
          </a:ln>
        </p:spPr>
        <p:txBody>
          <a:bodyPr lIns="91440" tIns="45720" rIns="91440" bIns="45720" anchor="t">
            <a:normAutofit fontScale="25000" lnSpcReduction="19999"/>
          </a:bodyPr>
          <a:lstStyle>
            <a:lvl1pPr algn="l">
              <a:lnSpc>
                <a:spcPct val="100000"/>
              </a:lnSpc>
              <a:spcBef>
                <a:spcPts val="1417"/>
              </a:spcBef>
              <a:buClr>
                <a:srgbClr val="FFFFFF"/>
              </a:buClr>
              <a:buSzPct val="45000"/>
              <a:buFont typeface="Wingdings" charset="2"/>
              <a:buChar char=""/>
              <a:defRPr lang="en-US" sz="2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2200" b="0" u="none" strike="noStrike">
                <a:solidFill>
                  <a:srgbClr val="000000"/>
                </a:solidFill>
                <a:effectLst/>
                <a:uFillTx/>
                <a:latin typeface="Arial"/>
              </a:rPr>
              <a:t>Click to edit the outline text format</a:t>
            </a:r>
            <a:endParaRPr lang="en-US" sz="22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2200" b="0" u="none" strike="noStrike">
                <a:solidFill>
                  <a:srgbClr val="000000"/>
                </a:solidFill>
                <a:effectLst/>
                <a:uFillTx/>
                <a:latin typeface="Arial"/>
              </a:rPr>
              <a:t>Second Outline Level</a:t>
            </a:r>
            <a:endParaRPr lang="en-US" sz="22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2200" b="0" u="none" strike="noStrike">
                <a:solidFill>
                  <a:srgbClr val="000000"/>
                </a:solidFill>
                <a:effectLst/>
                <a:uFillTx/>
                <a:latin typeface="Arial"/>
              </a:rPr>
              <a:t>Third Outline Level</a:t>
            </a:r>
            <a:endParaRPr lang="en-US" sz="22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2200" b="0" u="none" strike="noStrike">
                <a:solidFill>
                  <a:srgbClr val="000000"/>
                </a:solidFill>
                <a:effectLst/>
                <a:uFillTx/>
                <a:latin typeface="Arial"/>
              </a:rPr>
              <a:t>Fourth Outline Level</a:t>
            </a:r>
            <a:endParaRPr lang="en-US" sz="22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Fifth Outline Level</a:t>
            </a:r>
            <a:endParaRPr lang="en-US" sz="22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Sixth Outline Level</a:t>
            </a:r>
            <a:endParaRPr lang="en-US" sz="22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Seventh Outline Level</a:t>
            </a:r>
            <a:endParaRPr lang="en-US" sz="2200" b="0" u="none" strike="noStrike">
              <a:solidFill>
                <a:srgbClr val="000000"/>
              </a:solidFill>
              <a:effectLst/>
              <a:uFillTx/>
              <a:latin typeface="Arial"/>
            </a:endParaRPr>
          </a:p>
        </p:txBody>
      </p:sp>
      <p:sp>
        <p:nvSpPr>
          <p:cNvPr id="19" name="PlaceHolder 3"/>
          <p:cNvSpPr>
            <a:spLocks noGrp="1"/>
          </p:cNvSpPr>
          <p:nvPr>
            <p:ph type="dt" idx="7"/>
          </p:nvPr>
        </p:nvSpPr>
        <p:spPr>
          <a:xfrm>
            <a:off x="7814520" y="38088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20" name="PlaceHolder 4"/>
          <p:cNvSpPr>
            <a:spLocks noGrp="1"/>
          </p:cNvSpPr>
          <p:nvPr>
            <p:ph type="ftr" idx="8"/>
          </p:nvPr>
        </p:nvSpPr>
        <p:spPr>
          <a:xfrm>
            <a:off x="685800" y="380880"/>
            <a:ext cx="6990840" cy="3632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21" name="PlaceHolder 5"/>
          <p:cNvSpPr>
            <a:spLocks noGrp="1"/>
          </p:cNvSpPr>
          <p:nvPr>
            <p:ph type="sldNum" idx="9"/>
          </p:nvPr>
        </p:nvSpPr>
        <p:spPr>
          <a:xfrm>
            <a:off x="10862280" y="380880"/>
            <a:ext cx="64296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AF851EB7-3B35-49B4-8F2C-237F6F1DE048}"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rgbClr val="000000"/>
        </a:solidFill>
      </p:bgPr>
    </p:bg>
    <p:spTree>
      <p:nvGrpSpPr>
        <p:cNvPr id="1" name=""/>
        <p:cNvGrpSpPr/>
        <p:nvPr/>
      </p:nvGrpSpPr>
      <p:grpSpPr>
        <a:xfrm>
          <a:off x="0" y="0"/>
          <a:ext cx="0" cy="0"/>
          <a:chOff x="0" y="0"/>
          <a:chExt cx="0" cy="0"/>
        </a:xfrm>
      </p:grpSpPr>
      <p:pic>
        <p:nvPicPr>
          <p:cNvPr id="22" name="Google Shape;6;p15" descr="C0-HD-TOP.png"/>
          <p:cNvPicPr/>
          <p:nvPr/>
        </p:nvPicPr>
        <p:blipFill>
          <a:blip r:embed="rId2"/>
          <a:stretch/>
        </p:blipFill>
        <p:spPr>
          <a:xfrm>
            <a:off x="0" y="0"/>
            <a:ext cx="12191400" cy="1440720"/>
          </a:xfrm>
          <a:prstGeom prst="rect">
            <a:avLst/>
          </a:prstGeom>
          <a:noFill/>
          <a:ln w="0">
            <a:noFill/>
          </a:ln>
        </p:spPr>
      </p:pic>
      <p:sp>
        <p:nvSpPr>
          <p:cNvPr id="23"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000" b="0" u="none" strike="noStrike">
                <a:solidFill>
                  <a:srgbClr val="000000"/>
                </a:solidFill>
                <a:effectLst/>
                <a:uFillTx/>
                <a:latin typeface="Arial"/>
              </a:defRPr>
            </a:lvl1pPr>
          </a:lstStyle>
          <a:p>
            <a:pPr indent="0" algn="l">
              <a:lnSpc>
                <a:spcPct val="100000"/>
              </a:lnSpc>
              <a:buNone/>
              <a:tabLst>
                <a:tab pos="0" algn="l"/>
              </a:tabLst>
            </a:pPr>
            <a:r>
              <a:rPr lang="en-US" sz="4000" b="0" u="none" strike="noStrike">
                <a:solidFill>
                  <a:srgbClr val="000000"/>
                </a:solidFill>
                <a:effectLst/>
                <a:uFillTx/>
                <a:latin typeface="Arial"/>
              </a:rPr>
              <a:t>Click to edit the title text format</a:t>
            </a:r>
            <a:endParaRPr lang="en-US" sz="4000" b="0" u="none" strike="noStrike">
              <a:solidFill>
                <a:srgbClr val="000000"/>
              </a:solidFill>
              <a:effectLst/>
              <a:uFillTx/>
              <a:latin typeface="Arial"/>
            </a:endParaRPr>
          </a:p>
        </p:txBody>
      </p:sp>
      <p:sp>
        <p:nvSpPr>
          <p:cNvPr id="24" name="PlaceHolder 2"/>
          <p:cNvSpPr>
            <a:spLocks noGrp="1"/>
          </p:cNvSpPr>
          <p:nvPr>
            <p:ph type="body"/>
          </p:nvPr>
        </p:nvSpPr>
        <p:spPr>
          <a:xfrm>
            <a:off x="685800" y="2194560"/>
            <a:ext cx="5333400" cy="4023360"/>
          </a:xfrm>
          <a:prstGeom prst="rect">
            <a:avLst/>
          </a:prstGeom>
          <a:noFill/>
          <a:ln w="0">
            <a:noFill/>
          </a:ln>
        </p:spPr>
        <p:txBody>
          <a:bodyPr lIns="91440" tIns="45720" rIns="91440" bIns="45720" anchor="t">
            <a:normAutofit/>
          </a:bodyPr>
          <a:lstStyle>
            <a:lvl1pPr algn="l">
              <a:lnSpc>
                <a:spcPct val="100000"/>
              </a:lnSpc>
              <a:spcBef>
                <a:spcPts val="1417"/>
              </a:spcBef>
              <a:buClr>
                <a:srgbClr val="FFFFFF"/>
              </a:buClr>
              <a:buSzPct val="45000"/>
              <a:buFont typeface="Wingdings" charset="2"/>
              <a:buChar char=""/>
              <a:defRPr lang="en-US" sz="2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7pPr>
          </a:lstStyle>
          <a:p>
            <a:pPr marL="457200" indent="-343080" algn="l">
              <a:lnSpc>
                <a:spcPct val="100000"/>
              </a:lnSpc>
              <a:spcBef>
                <a:spcPts val="1417"/>
              </a:spcBef>
              <a:buClr>
                <a:srgbClr val="FFFFFF"/>
              </a:buClr>
              <a:buSzPct val="45000"/>
              <a:buFont typeface="Wingdings" charset="2"/>
              <a:buChar char=""/>
            </a:pPr>
            <a:r>
              <a:rPr lang="en-US" sz="2200" b="0" u="none" strike="noStrike">
                <a:solidFill>
                  <a:srgbClr val="000000"/>
                </a:solidFill>
                <a:effectLst/>
                <a:uFillTx/>
                <a:latin typeface="Arial"/>
              </a:rPr>
              <a:t>Click to edit the outline text format</a:t>
            </a:r>
            <a:endParaRPr lang="en-US" sz="2200" b="0" u="none" strike="noStrike">
              <a:solidFill>
                <a:srgbClr val="000000"/>
              </a:solidFill>
              <a:effectLst/>
              <a:uFillTx/>
              <a:latin typeface="Arial"/>
            </a:endParaRPr>
          </a:p>
          <a:p>
            <a:pPr marL="914400" lvl="1" indent="-343080" algn="l">
              <a:lnSpc>
                <a:spcPct val="100000"/>
              </a:lnSpc>
              <a:spcBef>
                <a:spcPts val="1134"/>
              </a:spcBef>
              <a:buClr>
                <a:srgbClr val="FFFFFF"/>
              </a:buClr>
              <a:buSzPct val="75000"/>
              <a:buFont typeface="Symbol" charset="2"/>
              <a:buChar char=""/>
            </a:pPr>
            <a:r>
              <a:rPr lang="en-US" sz="2200" b="0" u="none" strike="noStrike">
                <a:solidFill>
                  <a:srgbClr val="000000"/>
                </a:solidFill>
                <a:effectLst/>
                <a:uFillTx/>
                <a:latin typeface="Arial"/>
              </a:rPr>
              <a:t>Second Outline Level</a:t>
            </a:r>
            <a:endParaRPr lang="en-US" sz="2200" b="0" u="none" strike="noStrike">
              <a:solidFill>
                <a:srgbClr val="000000"/>
              </a:solidFill>
              <a:effectLst/>
              <a:uFillTx/>
              <a:latin typeface="Arial"/>
            </a:endParaRPr>
          </a:p>
          <a:p>
            <a:pPr marL="1371600" lvl="2" indent="-343080" algn="l">
              <a:lnSpc>
                <a:spcPct val="100000"/>
              </a:lnSpc>
              <a:spcBef>
                <a:spcPts val="850"/>
              </a:spcBef>
              <a:buClr>
                <a:srgbClr val="FFFFFF"/>
              </a:buClr>
              <a:buSzPct val="45000"/>
              <a:buFont typeface="Wingdings" charset="2"/>
              <a:buChar char=""/>
            </a:pPr>
            <a:r>
              <a:rPr lang="en-US" sz="2200" b="0" u="none" strike="noStrike">
                <a:solidFill>
                  <a:srgbClr val="000000"/>
                </a:solidFill>
                <a:effectLst/>
                <a:uFillTx/>
                <a:latin typeface="Arial"/>
              </a:rPr>
              <a:t>Third Outline Level</a:t>
            </a:r>
            <a:endParaRPr lang="en-US" sz="2200" b="0" u="none" strike="noStrike">
              <a:solidFill>
                <a:srgbClr val="000000"/>
              </a:solidFill>
              <a:effectLst/>
              <a:uFillTx/>
              <a:latin typeface="Arial"/>
            </a:endParaRPr>
          </a:p>
          <a:p>
            <a:pPr marL="1828800" lvl="3" indent="-343080" algn="l">
              <a:lnSpc>
                <a:spcPct val="100000"/>
              </a:lnSpc>
              <a:spcBef>
                <a:spcPts val="567"/>
              </a:spcBef>
              <a:buClr>
                <a:srgbClr val="FFFFFF"/>
              </a:buClr>
              <a:buSzPct val="75000"/>
              <a:buFont typeface="Symbol" charset="2"/>
              <a:buChar char=""/>
            </a:pPr>
            <a:r>
              <a:rPr lang="en-US" sz="2200" b="0" u="none" strike="noStrike">
                <a:solidFill>
                  <a:srgbClr val="000000"/>
                </a:solidFill>
                <a:effectLst/>
                <a:uFillTx/>
                <a:latin typeface="Arial"/>
              </a:rPr>
              <a:t>Fourth Outline Level</a:t>
            </a:r>
            <a:endParaRPr lang="en-US" sz="2200" b="0" u="none" strike="noStrike">
              <a:solidFill>
                <a:srgbClr val="000000"/>
              </a:solidFill>
              <a:effectLst/>
              <a:uFillTx/>
              <a:latin typeface="Arial"/>
            </a:endParaRPr>
          </a:p>
          <a:p>
            <a:pPr marL="2286000" lvl="4"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Fifth Outline Level</a:t>
            </a:r>
            <a:endParaRPr lang="en-US" sz="2200" b="0" u="none" strike="noStrike">
              <a:solidFill>
                <a:srgbClr val="000000"/>
              </a:solidFill>
              <a:effectLst/>
              <a:uFillTx/>
              <a:latin typeface="Arial"/>
            </a:endParaRPr>
          </a:p>
          <a:p>
            <a:pPr marL="2743200" lvl="5"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Sixth Outline Level</a:t>
            </a:r>
            <a:endParaRPr lang="en-US" sz="2200" b="0" u="none" strike="noStrike">
              <a:solidFill>
                <a:srgbClr val="000000"/>
              </a:solidFill>
              <a:effectLst/>
              <a:uFillTx/>
              <a:latin typeface="Arial"/>
            </a:endParaRPr>
          </a:p>
          <a:p>
            <a:pPr marL="3200400" lvl="6"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Seventh Outline Level</a:t>
            </a:r>
            <a:endParaRPr lang="en-US" sz="2200" b="0" u="none" strike="noStrike">
              <a:solidFill>
                <a:srgbClr val="000000"/>
              </a:solidFill>
              <a:effectLst/>
              <a:uFillTx/>
              <a:latin typeface="Arial"/>
            </a:endParaRPr>
          </a:p>
        </p:txBody>
      </p:sp>
      <p:sp>
        <p:nvSpPr>
          <p:cNvPr id="25" name="PlaceHolder 3"/>
          <p:cNvSpPr>
            <a:spLocks noGrp="1"/>
          </p:cNvSpPr>
          <p:nvPr>
            <p:ph type="body"/>
          </p:nvPr>
        </p:nvSpPr>
        <p:spPr>
          <a:xfrm>
            <a:off x="6172200" y="2194560"/>
            <a:ext cx="5333400" cy="4023360"/>
          </a:xfrm>
          <a:prstGeom prst="rect">
            <a:avLst/>
          </a:prstGeom>
          <a:noFill/>
          <a:ln w="0">
            <a:noFill/>
          </a:ln>
        </p:spPr>
        <p:txBody>
          <a:bodyPr lIns="91440" tIns="45720" rIns="91440" bIns="45720" anchor="t">
            <a:normAutofit/>
          </a:bodyPr>
          <a:lstStyle>
            <a:lvl1pPr algn="l">
              <a:lnSpc>
                <a:spcPct val="100000"/>
              </a:lnSpc>
              <a:spcBef>
                <a:spcPts val="1417"/>
              </a:spcBef>
              <a:buClr>
                <a:srgbClr val="FFFFFF"/>
              </a:buClr>
              <a:buSzPct val="45000"/>
              <a:buFont typeface="Wingdings" charset="2"/>
              <a:buChar char=""/>
              <a:defRPr lang="en-US" sz="2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7pPr>
          </a:lstStyle>
          <a:p>
            <a:pPr marL="457200" indent="-343080" algn="l">
              <a:lnSpc>
                <a:spcPct val="100000"/>
              </a:lnSpc>
              <a:spcBef>
                <a:spcPts val="1417"/>
              </a:spcBef>
              <a:buClr>
                <a:srgbClr val="FFFFFF"/>
              </a:buClr>
              <a:buSzPct val="45000"/>
              <a:buFont typeface="Wingdings" charset="2"/>
              <a:buChar char=""/>
            </a:pPr>
            <a:r>
              <a:rPr lang="en-US" sz="2200" b="0" u="none" strike="noStrike">
                <a:solidFill>
                  <a:srgbClr val="000000"/>
                </a:solidFill>
                <a:effectLst/>
                <a:uFillTx/>
                <a:latin typeface="Arial"/>
              </a:rPr>
              <a:t>Click to edit the outline text format</a:t>
            </a:r>
            <a:endParaRPr lang="en-US" sz="2200" b="0" u="none" strike="noStrike">
              <a:solidFill>
                <a:srgbClr val="000000"/>
              </a:solidFill>
              <a:effectLst/>
              <a:uFillTx/>
              <a:latin typeface="Arial"/>
            </a:endParaRPr>
          </a:p>
          <a:p>
            <a:pPr marL="914400" lvl="1" indent="-343080" algn="l">
              <a:lnSpc>
                <a:spcPct val="100000"/>
              </a:lnSpc>
              <a:spcBef>
                <a:spcPts val="1134"/>
              </a:spcBef>
              <a:buClr>
                <a:srgbClr val="FFFFFF"/>
              </a:buClr>
              <a:buSzPct val="75000"/>
              <a:buFont typeface="Symbol" charset="2"/>
              <a:buChar char=""/>
            </a:pPr>
            <a:r>
              <a:rPr lang="en-US" sz="2200" b="0" u="none" strike="noStrike">
                <a:solidFill>
                  <a:srgbClr val="000000"/>
                </a:solidFill>
                <a:effectLst/>
                <a:uFillTx/>
                <a:latin typeface="Arial"/>
              </a:rPr>
              <a:t>Second Outline Level</a:t>
            </a:r>
            <a:endParaRPr lang="en-US" sz="2200" b="0" u="none" strike="noStrike">
              <a:solidFill>
                <a:srgbClr val="000000"/>
              </a:solidFill>
              <a:effectLst/>
              <a:uFillTx/>
              <a:latin typeface="Arial"/>
            </a:endParaRPr>
          </a:p>
          <a:p>
            <a:pPr marL="1371600" lvl="2" indent="-343080" algn="l">
              <a:lnSpc>
                <a:spcPct val="100000"/>
              </a:lnSpc>
              <a:spcBef>
                <a:spcPts val="850"/>
              </a:spcBef>
              <a:buClr>
                <a:srgbClr val="FFFFFF"/>
              </a:buClr>
              <a:buSzPct val="45000"/>
              <a:buFont typeface="Wingdings" charset="2"/>
              <a:buChar char=""/>
            </a:pPr>
            <a:r>
              <a:rPr lang="en-US" sz="2200" b="0" u="none" strike="noStrike">
                <a:solidFill>
                  <a:srgbClr val="000000"/>
                </a:solidFill>
                <a:effectLst/>
                <a:uFillTx/>
                <a:latin typeface="Arial"/>
              </a:rPr>
              <a:t>Third Outline Level</a:t>
            </a:r>
            <a:endParaRPr lang="en-US" sz="2200" b="0" u="none" strike="noStrike">
              <a:solidFill>
                <a:srgbClr val="000000"/>
              </a:solidFill>
              <a:effectLst/>
              <a:uFillTx/>
              <a:latin typeface="Arial"/>
            </a:endParaRPr>
          </a:p>
          <a:p>
            <a:pPr marL="1828800" lvl="3" indent="-343080" algn="l">
              <a:lnSpc>
                <a:spcPct val="100000"/>
              </a:lnSpc>
              <a:spcBef>
                <a:spcPts val="567"/>
              </a:spcBef>
              <a:buClr>
                <a:srgbClr val="FFFFFF"/>
              </a:buClr>
              <a:buSzPct val="75000"/>
              <a:buFont typeface="Symbol" charset="2"/>
              <a:buChar char=""/>
            </a:pPr>
            <a:r>
              <a:rPr lang="en-US" sz="2200" b="0" u="none" strike="noStrike">
                <a:solidFill>
                  <a:srgbClr val="000000"/>
                </a:solidFill>
                <a:effectLst/>
                <a:uFillTx/>
                <a:latin typeface="Arial"/>
              </a:rPr>
              <a:t>Fourth Outline Level</a:t>
            </a:r>
            <a:endParaRPr lang="en-US" sz="2200" b="0" u="none" strike="noStrike">
              <a:solidFill>
                <a:srgbClr val="000000"/>
              </a:solidFill>
              <a:effectLst/>
              <a:uFillTx/>
              <a:latin typeface="Arial"/>
            </a:endParaRPr>
          </a:p>
          <a:p>
            <a:pPr marL="2286000" lvl="4"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Fifth Outline Level</a:t>
            </a:r>
            <a:endParaRPr lang="en-US" sz="2200" b="0" u="none" strike="noStrike">
              <a:solidFill>
                <a:srgbClr val="000000"/>
              </a:solidFill>
              <a:effectLst/>
              <a:uFillTx/>
              <a:latin typeface="Arial"/>
            </a:endParaRPr>
          </a:p>
          <a:p>
            <a:pPr marL="2743200" lvl="5"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Sixth Outline Level</a:t>
            </a:r>
            <a:endParaRPr lang="en-US" sz="2200" b="0" u="none" strike="noStrike">
              <a:solidFill>
                <a:srgbClr val="000000"/>
              </a:solidFill>
              <a:effectLst/>
              <a:uFillTx/>
              <a:latin typeface="Arial"/>
            </a:endParaRPr>
          </a:p>
          <a:p>
            <a:pPr marL="3200400" lvl="6"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Seventh Outline Level</a:t>
            </a:r>
            <a:endParaRPr lang="en-US" sz="2200" b="0" u="none" strike="noStrike">
              <a:solidFill>
                <a:srgbClr val="000000"/>
              </a:solidFill>
              <a:effectLst/>
              <a:uFillTx/>
              <a:latin typeface="Arial"/>
            </a:endParaRPr>
          </a:p>
        </p:txBody>
      </p:sp>
      <p:sp>
        <p:nvSpPr>
          <p:cNvPr id="26" name="PlaceHolder 4"/>
          <p:cNvSpPr>
            <a:spLocks noGrp="1"/>
          </p:cNvSpPr>
          <p:nvPr>
            <p:ph type="dt" idx="10"/>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27" name="PlaceHolder 5"/>
          <p:cNvSpPr>
            <a:spLocks noGrp="1"/>
          </p:cNvSpPr>
          <p:nvPr>
            <p:ph type="ftr" idx="11"/>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28" name="PlaceHolder 6"/>
          <p:cNvSpPr>
            <a:spLocks noGrp="1"/>
          </p:cNvSpPr>
          <p:nvPr>
            <p:ph type="sldNum" idx="12"/>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BFF40C0F-2CE1-4BC6-B53A-95390DB64542}"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rgbClr val="000000"/>
        </a:solidFill>
      </p:bgPr>
    </p:bg>
    <p:spTree>
      <p:nvGrpSpPr>
        <p:cNvPr id="1" name=""/>
        <p:cNvGrpSpPr/>
        <p:nvPr/>
      </p:nvGrpSpPr>
      <p:grpSpPr>
        <a:xfrm>
          <a:off x="0" y="0"/>
          <a:ext cx="0" cy="0"/>
          <a:chOff x="0" y="0"/>
          <a:chExt cx="0" cy="0"/>
        </a:xfrm>
      </p:grpSpPr>
      <p:pic>
        <p:nvPicPr>
          <p:cNvPr id="29" name="Google Shape;6;p15" descr="C0-HD-TOP.png"/>
          <p:cNvPicPr/>
          <p:nvPr/>
        </p:nvPicPr>
        <p:blipFill>
          <a:blip r:embed="rId2"/>
          <a:stretch/>
        </p:blipFill>
        <p:spPr>
          <a:xfrm>
            <a:off x="0" y="0"/>
            <a:ext cx="12191400" cy="1440720"/>
          </a:xfrm>
          <a:prstGeom prst="rect">
            <a:avLst/>
          </a:prstGeom>
          <a:noFill/>
          <a:ln w="0">
            <a:noFill/>
          </a:ln>
        </p:spPr>
      </p:pic>
      <p:sp>
        <p:nvSpPr>
          <p:cNvPr id="30" name="PlaceHolder 1"/>
          <p:cNvSpPr>
            <a:spLocks noGrp="1"/>
          </p:cNvSpPr>
          <p:nvPr>
            <p:ph type="title"/>
          </p:nvPr>
        </p:nvSpPr>
        <p:spPr>
          <a:xfrm>
            <a:off x="2895480" y="762120"/>
            <a:ext cx="8609760" cy="129456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000" b="0" u="none" strike="noStrike">
                <a:solidFill>
                  <a:srgbClr val="000000"/>
                </a:solidFill>
                <a:effectLst/>
                <a:uFillTx/>
                <a:latin typeface="Arial"/>
              </a:defRPr>
            </a:lvl1pPr>
          </a:lstStyle>
          <a:p>
            <a:pPr indent="0" algn="l">
              <a:lnSpc>
                <a:spcPct val="100000"/>
              </a:lnSpc>
              <a:buNone/>
              <a:tabLst>
                <a:tab pos="0" algn="l"/>
              </a:tabLst>
            </a:pPr>
            <a:r>
              <a:rPr lang="en-US" sz="4000" b="0" u="none" strike="noStrike">
                <a:solidFill>
                  <a:srgbClr val="000000"/>
                </a:solidFill>
                <a:effectLst/>
                <a:uFillTx/>
                <a:latin typeface="Arial"/>
              </a:rPr>
              <a:t>Click to edit the title text format</a:t>
            </a:r>
            <a:endParaRPr lang="en-US" sz="4000" b="0" u="none" strike="noStrike">
              <a:solidFill>
                <a:srgbClr val="000000"/>
              </a:solidFill>
              <a:effectLst/>
              <a:uFillTx/>
              <a:latin typeface="Arial"/>
            </a:endParaRPr>
          </a:p>
        </p:txBody>
      </p:sp>
      <p:sp>
        <p:nvSpPr>
          <p:cNvPr id="31" name="PlaceHolder 2"/>
          <p:cNvSpPr>
            <a:spLocks noGrp="1"/>
          </p:cNvSpPr>
          <p:nvPr>
            <p:ph type="body"/>
          </p:nvPr>
        </p:nvSpPr>
        <p:spPr>
          <a:xfrm>
            <a:off x="914400" y="2183760"/>
            <a:ext cx="5079240" cy="823320"/>
          </a:xfrm>
          <a:prstGeom prst="rect">
            <a:avLst/>
          </a:prstGeom>
          <a:noFill/>
          <a:ln w="0">
            <a:noFill/>
          </a:ln>
        </p:spPr>
        <p:txBody>
          <a:bodyPr lIns="91440" tIns="45720" rIns="91440" bIns="45720" anchor="b">
            <a:normAutofit fontScale="25000" lnSpcReduction="19999"/>
          </a:bodyPr>
          <a:lstStyle>
            <a:lvl1pPr algn="l">
              <a:lnSpc>
                <a:spcPct val="100000"/>
              </a:lnSpc>
              <a:spcBef>
                <a:spcPts val="1417"/>
              </a:spcBef>
              <a:buClr>
                <a:srgbClr val="FFFFFF"/>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2" name="PlaceHolder 3"/>
          <p:cNvSpPr>
            <a:spLocks noGrp="1"/>
          </p:cNvSpPr>
          <p:nvPr>
            <p:ph type="body"/>
          </p:nvPr>
        </p:nvSpPr>
        <p:spPr>
          <a:xfrm>
            <a:off x="685800" y="3132720"/>
            <a:ext cx="5311080" cy="3085200"/>
          </a:xfrm>
          <a:prstGeom prst="rect">
            <a:avLst/>
          </a:prstGeom>
          <a:noFill/>
          <a:ln w="0">
            <a:noFill/>
          </a:ln>
        </p:spPr>
        <p:txBody>
          <a:bodyPr lIns="91440" tIns="45720" rIns="91440" bIns="45720" anchor="t">
            <a:normAutofit lnSpcReduction="9999"/>
          </a:bodyPr>
          <a:lstStyle>
            <a:lvl1pPr algn="l">
              <a:lnSpc>
                <a:spcPct val="100000"/>
              </a:lnSpc>
              <a:spcBef>
                <a:spcPts val="1417"/>
              </a:spcBef>
              <a:buClr>
                <a:srgbClr val="FFFFFF"/>
              </a:buClr>
              <a:buSzPct val="45000"/>
              <a:buFont typeface="Wingdings" charset="2"/>
              <a:buChar char=""/>
              <a:defRPr lang="en-US" sz="2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7pPr>
          </a:lstStyle>
          <a:p>
            <a:pPr marL="457200" indent="-343080" algn="l">
              <a:lnSpc>
                <a:spcPct val="100000"/>
              </a:lnSpc>
              <a:spcBef>
                <a:spcPts val="1417"/>
              </a:spcBef>
              <a:buClr>
                <a:srgbClr val="FFFFFF"/>
              </a:buClr>
              <a:buSzPct val="45000"/>
              <a:buFont typeface="Wingdings" charset="2"/>
              <a:buChar char=""/>
            </a:pPr>
            <a:r>
              <a:rPr lang="en-US" sz="2200" b="0" u="none" strike="noStrike">
                <a:solidFill>
                  <a:srgbClr val="000000"/>
                </a:solidFill>
                <a:effectLst/>
                <a:uFillTx/>
                <a:latin typeface="Arial"/>
              </a:rPr>
              <a:t>Click to edit the outline text format</a:t>
            </a:r>
            <a:endParaRPr lang="en-US" sz="2200" b="0" u="none" strike="noStrike">
              <a:solidFill>
                <a:srgbClr val="000000"/>
              </a:solidFill>
              <a:effectLst/>
              <a:uFillTx/>
              <a:latin typeface="Arial"/>
            </a:endParaRPr>
          </a:p>
          <a:p>
            <a:pPr marL="914400" lvl="1" indent="-343080" algn="l">
              <a:lnSpc>
                <a:spcPct val="100000"/>
              </a:lnSpc>
              <a:spcBef>
                <a:spcPts val="1134"/>
              </a:spcBef>
              <a:buClr>
                <a:srgbClr val="FFFFFF"/>
              </a:buClr>
              <a:buSzPct val="75000"/>
              <a:buFont typeface="Symbol" charset="2"/>
              <a:buChar char=""/>
            </a:pPr>
            <a:r>
              <a:rPr lang="en-US" sz="2200" b="0" u="none" strike="noStrike">
                <a:solidFill>
                  <a:srgbClr val="000000"/>
                </a:solidFill>
                <a:effectLst/>
                <a:uFillTx/>
                <a:latin typeface="Arial"/>
              </a:rPr>
              <a:t>Second Outline Level</a:t>
            </a:r>
            <a:endParaRPr lang="en-US" sz="2200" b="0" u="none" strike="noStrike">
              <a:solidFill>
                <a:srgbClr val="000000"/>
              </a:solidFill>
              <a:effectLst/>
              <a:uFillTx/>
              <a:latin typeface="Arial"/>
            </a:endParaRPr>
          </a:p>
          <a:p>
            <a:pPr marL="1371600" lvl="2" indent="-343080" algn="l">
              <a:lnSpc>
                <a:spcPct val="100000"/>
              </a:lnSpc>
              <a:spcBef>
                <a:spcPts val="850"/>
              </a:spcBef>
              <a:buClr>
                <a:srgbClr val="FFFFFF"/>
              </a:buClr>
              <a:buSzPct val="45000"/>
              <a:buFont typeface="Wingdings" charset="2"/>
              <a:buChar char=""/>
            </a:pPr>
            <a:r>
              <a:rPr lang="en-US" sz="2200" b="0" u="none" strike="noStrike">
                <a:solidFill>
                  <a:srgbClr val="000000"/>
                </a:solidFill>
                <a:effectLst/>
                <a:uFillTx/>
                <a:latin typeface="Arial"/>
              </a:rPr>
              <a:t>Third Outline Level</a:t>
            </a:r>
            <a:endParaRPr lang="en-US" sz="2200" b="0" u="none" strike="noStrike">
              <a:solidFill>
                <a:srgbClr val="000000"/>
              </a:solidFill>
              <a:effectLst/>
              <a:uFillTx/>
              <a:latin typeface="Arial"/>
            </a:endParaRPr>
          </a:p>
          <a:p>
            <a:pPr marL="1828800" lvl="3" indent="-343080" algn="l">
              <a:lnSpc>
                <a:spcPct val="100000"/>
              </a:lnSpc>
              <a:spcBef>
                <a:spcPts val="567"/>
              </a:spcBef>
              <a:buClr>
                <a:srgbClr val="FFFFFF"/>
              </a:buClr>
              <a:buSzPct val="75000"/>
              <a:buFont typeface="Symbol" charset="2"/>
              <a:buChar char=""/>
            </a:pPr>
            <a:r>
              <a:rPr lang="en-US" sz="2200" b="0" u="none" strike="noStrike">
                <a:solidFill>
                  <a:srgbClr val="000000"/>
                </a:solidFill>
                <a:effectLst/>
                <a:uFillTx/>
                <a:latin typeface="Arial"/>
              </a:rPr>
              <a:t>Fourth Outline Level</a:t>
            </a:r>
            <a:endParaRPr lang="en-US" sz="2200" b="0" u="none" strike="noStrike">
              <a:solidFill>
                <a:srgbClr val="000000"/>
              </a:solidFill>
              <a:effectLst/>
              <a:uFillTx/>
              <a:latin typeface="Arial"/>
            </a:endParaRPr>
          </a:p>
          <a:p>
            <a:pPr marL="2286000" lvl="4"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Fifth Outline Level</a:t>
            </a:r>
            <a:endParaRPr lang="en-US" sz="2200" b="0" u="none" strike="noStrike">
              <a:solidFill>
                <a:srgbClr val="000000"/>
              </a:solidFill>
              <a:effectLst/>
              <a:uFillTx/>
              <a:latin typeface="Arial"/>
            </a:endParaRPr>
          </a:p>
          <a:p>
            <a:pPr marL="2743200" lvl="5"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Sixth Outline Level</a:t>
            </a:r>
            <a:endParaRPr lang="en-US" sz="2200" b="0" u="none" strike="noStrike">
              <a:solidFill>
                <a:srgbClr val="000000"/>
              </a:solidFill>
              <a:effectLst/>
              <a:uFillTx/>
              <a:latin typeface="Arial"/>
            </a:endParaRPr>
          </a:p>
          <a:p>
            <a:pPr marL="3200400" lvl="6"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Seventh Outline Level</a:t>
            </a:r>
            <a:endParaRPr lang="en-US" sz="2200" b="0" u="none" strike="noStrike">
              <a:solidFill>
                <a:srgbClr val="000000"/>
              </a:solidFill>
              <a:effectLst/>
              <a:uFillTx/>
              <a:latin typeface="Arial"/>
            </a:endParaRPr>
          </a:p>
        </p:txBody>
      </p:sp>
      <p:sp>
        <p:nvSpPr>
          <p:cNvPr id="33" name="PlaceHolder 4"/>
          <p:cNvSpPr>
            <a:spLocks noGrp="1"/>
          </p:cNvSpPr>
          <p:nvPr>
            <p:ph type="body"/>
          </p:nvPr>
        </p:nvSpPr>
        <p:spPr>
          <a:xfrm>
            <a:off x="6400800" y="2183760"/>
            <a:ext cx="5104800" cy="823320"/>
          </a:xfrm>
          <a:prstGeom prst="rect">
            <a:avLst/>
          </a:prstGeom>
          <a:noFill/>
          <a:ln w="0">
            <a:noFill/>
          </a:ln>
        </p:spPr>
        <p:txBody>
          <a:bodyPr lIns="91440" tIns="45720" rIns="91440" bIns="45720" anchor="b">
            <a:normAutofit fontScale="25000" lnSpcReduction="19999"/>
          </a:bodyPr>
          <a:lstStyle>
            <a:lvl1pPr algn="l">
              <a:lnSpc>
                <a:spcPct val="100000"/>
              </a:lnSpc>
              <a:spcBef>
                <a:spcPts val="1417"/>
              </a:spcBef>
              <a:buClr>
                <a:srgbClr val="FFFFFF"/>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8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4" name="PlaceHolder 5"/>
          <p:cNvSpPr>
            <a:spLocks noGrp="1"/>
          </p:cNvSpPr>
          <p:nvPr>
            <p:ph type="body"/>
          </p:nvPr>
        </p:nvSpPr>
        <p:spPr>
          <a:xfrm>
            <a:off x="6172200" y="3132720"/>
            <a:ext cx="5333400" cy="3085200"/>
          </a:xfrm>
          <a:prstGeom prst="rect">
            <a:avLst/>
          </a:prstGeom>
          <a:noFill/>
          <a:ln w="0">
            <a:noFill/>
          </a:ln>
        </p:spPr>
        <p:txBody>
          <a:bodyPr lIns="91440" tIns="45720" rIns="91440" bIns="45720" anchor="t">
            <a:normAutofit lnSpcReduction="9999"/>
          </a:bodyPr>
          <a:lstStyle>
            <a:lvl1pPr algn="l">
              <a:lnSpc>
                <a:spcPct val="100000"/>
              </a:lnSpc>
              <a:spcBef>
                <a:spcPts val="1417"/>
              </a:spcBef>
              <a:buClr>
                <a:srgbClr val="FFFFFF"/>
              </a:buClr>
              <a:buSzPct val="45000"/>
              <a:buFont typeface="Wingdings" charset="2"/>
              <a:buChar char=""/>
              <a:defRPr lang="en-US" sz="2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7pPr>
          </a:lstStyle>
          <a:p>
            <a:pPr marL="457200" indent="-343080" algn="l">
              <a:lnSpc>
                <a:spcPct val="100000"/>
              </a:lnSpc>
              <a:spcBef>
                <a:spcPts val="1417"/>
              </a:spcBef>
              <a:buClr>
                <a:srgbClr val="FFFFFF"/>
              </a:buClr>
              <a:buSzPct val="45000"/>
              <a:buFont typeface="Wingdings" charset="2"/>
              <a:buChar char=""/>
            </a:pPr>
            <a:r>
              <a:rPr lang="en-US" sz="2200" b="0" u="none" strike="noStrike">
                <a:solidFill>
                  <a:srgbClr val="000000"/>
                </a:solidFill>
                <a:effectLst/>
                <a:uFillTx/>
                <a:latin typeface="Arial"/>
              </a:rPr>
              <a:t>Click to edit the outline text format</a:t>
            </a:r>
            <a:endParaRPr lang="en-US" sz="2200" b="0" u="none" strike="noStrike">
              <a:solidFill>
                <a:srgbClr val="000000"/>
              </a:solidFill>
              <a:effectLst/>
              <a:uFillTx/>
              <a:latin typeface="Arial"/>
            </a:endParaRPr>
          </a:p>
          <a:p>
            <a:pPr marL="914400" lvl="1" indent="-343080" algn="l">
              <a:lnSpc>
                <a:spcPct val="100000"/>
              </a:lnSpc>
              <a:spcBef>
                <a:spcPts val="1134"/>
              </a:spcBef>
              <a:buClr>
                <a:srgbClr val="FFFFFF"/>
              </a:buClr>
              <a:buSzPct val="75000"/>
              <a:buFont typeface="Symbol" charset="2"/>
              <a:buChar char=""/>
            </a:pPr>
            <a:r>
              <a:rPr lang="en-US" sz="2200" b="0" u="none" strike="noStrike">
                <a:solidFill>
                  <a:srgbClr val="000000"/>
                </a:solidFill>
                <a:effectLst/>
                <a:uFillTx/>
                <a:latin typeface="Arial"/>
              </a:rPr>
              <a:t>Second Outline Level</a:t>
            </a:r>
            <a:endParaRPr lang="en-US" sz="2200" b="0" u="none" strike="noStrike">
              <a:solidFill>
                <a:srgbClr val="000000"/>
              </a:solidFill>
              <a:effectLst/>
              <a:uFillTx/>
              <a:latin typeface="Arial"/>
            </a:endParaRPr>
          </a:p>
          <a:p>
            <a:pPr marL="1371600" lvl="2" indent="-343080" algn="l">
              <a:lnSpc>
                <a:spcPct val="100000"/>
              </a:lnSpc>
              <a:spcBef>
                <a:spcPts val="850"/>
              </a:spcBef>
              <a:buClr>
                <a:srgbClr val="FFFFFF"/>
              </a:buClr>
              <a:buSzPct val="45000"/>
              <a:buFont typeface="Wingdings" charset="2"/>
              <a:buChar char=""/>
            </a:pPr>
            <a:r>
              <a:rPr lang="en-US" sz="2200" b="0" u="none" strike="noStrike">
                <a:solidFill>
                  <a:srgbClr val="000000"/>
                </a:solidFill>
                <a:effectLst/>
                <a:uFillTx/>
                <a:latin typeface="Arial"/>
              </a:rPr>
              <a:t>Third Outline Level</a:t>
            </a:r>
            <a:endParaRPr lang="en-US" sz="2200" b="0" u="none" strike="noStrike">
              <a:solidFill>
                <a:srgbClr val="000000"/>
              </a:solidFill>
              <a:effectLst/>
              <a:uFillTx/>
              <a:latin typeface="Arial"/>
            </a:endParaRPr>
          </a:p>
          <a:p>
            <a:pPr marL="1828800" lvl="3" indent="-343080" algn="l">
              <a:lnSpc>
                <a:spcPct val="100000"/>
              </a:lnSpc>
              <a:spcBef>
                <a:spcPts val="567"/>
              </a:spcBef>
              <a:buClr>
                <a:srgbClr val="FFFFFF"/>
              </a:buClr>
              <a:buSzPct val="75000"/>
              <a:buFont typeface="Symbol" charset="2"/>
              <a:buChar char=""/>
            </a:pPr>
            <a:r>
              <a:rPr lang="en-US" sz="2200" b="0" u="none" strike="noStrike">
                <a:solidFill>
                  <a:srgbClr val="000000"/>
                </a:solidFill>
                <a:effectLst/>
                <a:uFillTx/>
                <a:latin typeface="Arial"/>
              </a:rPr>
              <a:t>Fourth Outline Level</a:t>
            </a:r>
            <a:endParaRPr lang="en-US" sz="2200" b="0" u="none" strike="noStrike">
              <a:solidFill>
                <a:srgbClr val="000000"/>
              </a:solidFill>
              <a:effectLst/>
              <a:uFillTx/>
              <a:latin typeface="Arial"/>
            </a:endParaRPr>
          </a:p>
          <a:p>
            <a:pPr marL="2286000" lvl="4"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Fifth Outline Level</a:t>
            </a:r>
            <a:endParaRPr lang="en-US" sz="2200" b="0" u="none" strike="noStrike">
              <a:solidFill>
                <a:srgbClr val="000000"/>
              </a:solidFill>
              <a:effectLst/>
              <a:uFillTx/>
              <a:latin typeface="Arial"/>
            </a:endParaRPr>
          </a:p>
          <a:p>
            <a:pPr marL="2743200" lvl="5"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Sixth Outline Level</a:t>
            </a:r>
            <a:endParaRPr lang="en-US" sz="2200" b="0" u="none" strike="noStrike">
              <a:solidFill>
                <a:srgbClr val="000000"/>
              </a:solidFill>
              <a:effectLst/>
              <a:uFillTx/>
              <a:latin typeface="Arial"/>
            </a:endParaRPr>
          </a:p>
          <a:p>
            <a:pPr marL="3200400" lvl="6"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Seventh Outline Level</a:t>
            </a:r>
            <a:endParaRPr lang="en-US" sz="2200" b="0" u="none" strike="noStrike">
              <a:solidFill>
                <a:srgbClr val="000000"/>
              </a:solidFill>
              <a:effectLst/>
              <a:uFillTx/>
              <a:latin typeface="Arial"/>
            </a:endParaRPr>
          </a:p>
        </p:txBody>
      </p:sp>
      <p:sp>
        <p:nvSpPr>
          <p:cNvPr id="35" name="PlaceHolder 6"/>
          <p:cNvSpPr>
            <a:spLocks noGrp="1"/>
          </p:cNvSpPr>
          <p:nvPr>
            <p:ph type="dt" idx="13"/>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36" name="PlaceHolder 7"/>
          <p:cNvSpPr>
            <a:spLocks noGrp="1"/>
          </p:cNvSpPr>
          <p:nvPr>
            <p:ph type="ftr" idx="14"/>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37" name="PlaceHolder 8"/>
          <p:cNvSpPr>
            <a:spLocks noGrp="1"/>
          </p:cNvSpPr>
          <p:nvPr>
            <p:ph type="sldNum" idx="15"/>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B3435ACD-2BE2-439F-9A10-05E75C6163C9}"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rgbClr val="000000"/>
        </a:solidFill>
      </p:bgPr>
    </p:bg>
    <p:spTree>
      <p:nvGrpSpPr>
        <p:cNvPr id="1" name=""/>
        <p:cNvGrpSpPr/>
        <p:nvPr/>
      </p:nvGrpSpPr>
      <p:grpSpPr>
        <a:xfrm>
          <a:off x="0" y="0"/>
          <a:ext cx="0" cy="0"/>
          <a:chOff x="0" y="0"/>
          <a:chExt cx="0" cy="0"/>
        </a:xfrm>
      </p:grpSpPr>
      <p:pic>
        <p:nvPicPr>
          <p:cNvPr id="38" name="Google Shape;6;p15" descr="C0-HD-TOP.png"/>
          <p:cNvPicPr/>
          <p:nvPr/>
        </p:nvPicPr>
        <p:blipFill>
          <a:blip r:embed="rId2"/>
          <a:stretch/>
        </p:blipFill>
        <p:spPr>
          <a:xfrm>
            <a:off x="0" y="0"/>
            <a:ext cx="12191400" cy="1440720"/>
          </a:xfrm>
          <a:prstGeom prst="rect">
            <a:avLst/>
          </a:prstGeom>
          <a:noFill/>
          <a:ln w="0">
            <a:noFill/>
          </a:ln>
        </p:spPr>
      </p:pic>
      <p:sp>
        <p:nvSpPr>
          <p:cNvPr id="39"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000" b="0" u="none" strike="noStrike">
                <a:solidFill>
                  <a:srgbClr val="000000"/>
                </a:solidFill>
                <a:effectLst/>
                <a:uFillTx/>
                <a:latin typeface="Arial"/>
              </a:defRPr>
            </a:lvl1pPr>
          </a:lstStyle>
          <a:p>
            <a:pPr indent="0" algn="l">
              <a:lnSpc>
                <a:spcPct val="100000"/>
              </a:lnSpc>
              <a:buNone/>
              <a:tabLst>
                <a:tab pos="0" algn="l"/>
              </a:tabLst>
            </a:pPr>
            <a:r>
              <a:rPr lang="en-US" sz="4000" b="0" u="none" strike="noStrike">
                <a:solidFill>
                  <a:srgbClr val="000000"/>
                </a:solidFill>
                <a:effectLst/>
                <a:uFillTx/>
                <a:latin typeface="Arial"/>
              </a:rPr>
              <a:t>Click to edit the title text format</a:t>
            </a:r>
            <a:endParaRPr lang="en-US" sz="4000" b="0" u="none" strike="noStrike">
              <a:solidFill>
                <a:srgbClr val="000000"/>
              </a:solidFill>
              <a:effectLst/>
              <a:uFillTx/>
              <a:latin typeface="Arial"/>
            </a:endParaRPr>
          </a:p>
        </p:txBody>
      </p:sp>
      <p:sp>
        <p:nvSpPr>
          <p:cNvPr id="40" name="PlaceHolder 2"/>
          <p:cNvSpPr>
            <a:spLocks noGrp="1"/>
          </p:cNvSpPr>
          <p:nvPr>
            <p:ph type="dt" idx="16"/>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41" name="PlaceHolder 3"/>
          <p:cNvSpPr>
            <a:spLocks noGrp="1"/>
          </p:cNvSpPr>
          <p:nvPr>
            <p:ph type="ftr" idx="17"/>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42" name="PlaceHolder 4"/>
          <p:cNvSpPr>
            <a:spLocks noGrp="1"/>
          </p:cNvSpPr>
          <p:nvPr>
            <p:ph type="sldNum" idx="18"/>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8E376D33-74B5-480A-BE3B-A21EC708C96C}"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000000"/>
        </a:solidFill>
      </p:bgPr>
    </p:bg>
    <p:spTree>
      <p:nvGrpSpPr>
        <p:cNvPr id="1" name=""/>
        <p:cNvGrpSpPr/>
        <p:nvPr/>
      </p:nvGrpSpPr>
      <p:grpSpPr>
        <a:xfrm>
          <a:off x="0" y="0"/>
          <a:ext cx="0" cy="0"/>
          <a:chOff x="0" y="0"/>
          <a:chExt cx="0" cy="0"/>
        </a:xfrm>
      </p:grpSpPr>
      <p:pic>
        <p:nvPicPr>
          <p:cNvPr id="43" name="Google Shape;6;p15" descr="C0-HD-TOP.png"/>
          <p:cNvPicPr/>
          <p:nvPr/>
        </p:nvPicPr>
        <p:blipFill>
          <a:blip r:embed="rId2"/>
          <a:stretch/>
        </p:blipFill>
        <p:spPr>
          <a:xfrm>
            <a:off x="0" y="0"/>
            <a:ext cx="12191400" cy="1440720"/>
          </a:xfrm>
          <a:prstGeom prst="rect">
            <a:avLst/>
          </a:prstGeom>
          <a:noFill/>
          <a:ln w="0">
            <a:noFill/>
          </a:ln>
        </p:spPr>
      </p:pic>
      <p:sp>
        <p:nvSpPr>
          <p:cNvPr id="44" name="PlaceHolder 1"/>
          <p:cNvSpPr>
            <a:spLocks noGrp="1"/>
          </p:cNvSpPr>
          <p:nvPr>
            <p:ph type="dt" idx="19"/>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45" name="PlaceHolder 2"/>
          <p:cNvSpPr>
            <a:spLocks noGrp="1"/>
          </p:cNvSpPr>
          <p:nvPr>
            <p:ph type="ftr" idx="20"/>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46" name="PlaceHolder 3"/>
          <p:cNvSpPr>
            <a:spLocks noGrp="1"/>
          </p:cNvSpPr>
          <p:nvPr>
            <p:ph type="sldNum" idx="21"/>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D3F77B8F-2B6B-4A47-B60C-2F6F78336322}"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rgbClr val="000000"/>
        </a:solidFill>
      </p:bgPr>
    </p:bg>
    <p:spTree>
      <p:nvGrpSpPr>
        <p:cNvPr id="1" name=""/>
        <p:cNvGrpSpPr/>
        <p:nvPr/>
      </p:nvGrpSpPr>
      <p:grpSpPr>
        <a:xfrm>
          <a:off x="0" y="0"/>
          <a:ext cx="0" cy="0"/>
          <a:chOff x="0" y="0"/>
          <a:chExt cx="0" cy="0"/>
        </a:xfrm>
      </p:grpSpPr>
      <p:pic>
        <p:nvPicPr>
          <p:cNvPr id="47" name="Google Shape;6;p15" descr="C0-HD-TOP.png"/>
          <p:cNvPicPr/>
          <p:nvPr/>
        </p:nvPicPr>
        <p:blipFill>
          <a:blip r:embed="rId2"/>
          <a:stretch/>
        </p:blipFill>
        <p:spPr>
          <a:xfrm>
            <a:off x="0" y="0"/>
            <a:ext cx="12191400" cy="1440720"/>
          </a:xfrm>
          <a:prstGeom prst="rect">
            <a:avLst/>
          </a:prstGeom>
          <a:noFill/>
          <a:ln w="0">
            <a:noFill/>
          </a:ln>
        </p:spPr>
      </p:pic>
      <p:sp>
        <p:nvSpPr>
          <p:cNvPr id="48" name="PlaceHolder 1"/>
          <p:cNvSpPr>
            <a:spLocks noGrp="1"/>
          </p:cNvSpPr>
          <p:nvPr>
            <p:ph type="title"/>
          </p:nvPr>
        </p:nvSpPr>
        <p:spPr>
          <a:xfrm>
            <a:off x="685800" y="1523880"/>
            <a:ext cx="4114080" cy="159948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3200" b="0" u="none" strike="noStrike">
                <a:solidFill>
                  <a:srgbClr val="000000"/>
                </a:solidFill>
                <a:effectLst/>
                <a:uFillTx/>
                <a:latin typeface="Arial"/>
              </a:defRPr>
            </a:lvl1pPr>
          </a:lstStyle>
          <a:p>
            <a:pPr indent="0" algn="l">
              <a:lnSpc>
                <a:spcPct val="100000"/>
              </a:lnSpc>
              <a:buNone/>
              <a:tabLst>
                <a:tab pos="0" algn="l"/>
              </a:tabLst>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49" name="PlaceHolder 2"/>
          <p:cNvSpPr>
            <a:spLocks noGrp="1"/>
          </p:cNvSpPr>
          <p:nvPr>
            <p:ph type="body"/>
          </p:nvPr>
        </p:nvSpPr>
        <p:spPr>
          <a:xfrm>
            <a:off x="4995720" y="746640"/>
            <a:ext cx="6509880" cy="5471280"/>
          </a:xfrm>
          <a:prstGeom prst="rect">
            <a:avLst/>
          </a:prstGeom>
          <a:noFill/>
          <a:ln w="0">
            <a:noFill/>
          </a:ln>
        </p:spPr>
        <p:txBody>
          <a:bodyPr lIns="91440" tIns="45720" rIns="91440" bIns="45720" anchor="ctr">
            <a:normAutofit/>
          </a:bodyPr>
          <a:lstStyle>
            <a:lvl1pPr algn="l">
              <a:lnSpc>
                <a:spcPct val="100000"/>
              </a:lnSpc>
              <a:spcBef>
                <a:spcPts val="1417"/>
              </a:spcBef>
              <a:buClr>
                <a:srgbClr val="FFFFFF"/>
              </a:buClr>
              <a:buSzPct val="45000"/>
              <a:buFont typeface="Wingdings" charset="2"/>
              <a:buChar char=""/>
              <a:defRPr lang="en-US" sz="2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7pPr>
          </a:lstStyle>
          <a:p>
            <a:pPr marL="457200" indent="-343080" algn="l">
              <a:lnSpc>
                <a:spcPct val="100000"/>
              </a:lnSpc>
              <a:spcBef>
                <a:spcPts val="1417"/>
              </a:spcBef>
              <a:buClr>
                <a:srgbClr val="FFFFFF"/>
              </a:buClr>
              <a:buSzPct val="45000"/>
              <a:buFont typeface="Wingdings" charset="2"/>
              <a:buChar char=""/>
            </a:pPr>
            <a:r>
              <a:rPr lang="en-US" sz="2200" b="0" u="none" strike="noStrike">
                <a:solidFill>
                  <a:srgbClr val="000000"/>
                </a:solidFill>
                <a:effectLst/>
                <a:uFillTx/>
                <a:latin typeface="Arial"/>
              </a:rPr>
              <a:t>Click to edit the outline text format</a:t>
            </a:r>
            <a:endParaRPr lang="en-US" sz="2200" b="0" u="none" strike="noStrike">
              <a:solidFill>
                <a:srgbClr val="000000"/>
              </a:solidFill>
              <a:effectLst/>
              <a:uFillTx/>
              <a:latin typeface="Arial"/>
            </a:endParaRPr>
          </a:p>
          <a:p>
            <a:pPr marL="914400" lvl="1" indent="-343080" algn="l">
              <a:lnSpc>
                <a:spcPct val="100000"/>
              </a:lnSpc>
              <a:spcBef>
                <a:spcPts val="1134"/>
              </a:spcBef>
              <a:buClr>
                <a:srgbClr val="FFFFFF"/>
              </a:buClr>
              <a:buSzPct val="75000"/>
              <a:buFont typeface="Symbol" charset="2"/>
              <a:buChar char=""/>
            </a:pPr>
            <a:r>
              <a:rPr lang="en-US" sz="2200" b="0" u="none" strike="noStrike">
                <a:solidFill>
                  <a:srgbClr val="000000"/>
                </a:solidFill>
                <a:effectLst/>
                <a:uFillTx/>
                <a:latin typeface="Arial"/>
              </a:rPr>
              <a:t>Second Outline Level</a:t>
            </a:r>
            <a:endParaRPr lang="en-US" sz="2200" b="0" u="none" strike="noStrike">
              <a:solidFill>
                <a:srgbClr val="000000"/>
              </a:solidFill>
              <a:effectLst/>
              <a:uFillTx/>
              <a:latin typeface="Arial"/>
            </a:endParaRPr>
          </a:p>
          <a:p>
            <a:pPr marL="1371600" lvl="2" indent="-343080" algn="l">
              <a:lnSpc>
                <a:spcPct val="100000"/>
              </a:lnSpc>
              <a:spcBef>
                <a:spcPts val="850"/>
              </a:spcBef>
              <a:buClr>
                <a:srgbClr val="FFFFFF"/>
              </a:buClr>
              <a:buSzPct val="45000"/>
              <a:buFont typeface="Wingdings" charset="2"/>
              <a:buChar char=""/>
            </a:pPr>
            <a:r>
              <a:rPr lang="en-US" sz="2200" b="0" u="none" strike="noStrike">
                <a:solidFill>
                  <a:srgbClr val="000000"/>
                </a:solidFill>
                <a:effectLst/>
                <a:uFillTx/>
                <a:latin typeface="Arial"/>
              </a:rPr>
              <a:t>Third Outline Level</a:t>
            </a:r>
            <a:endParaRPr lang="en-US" sz="2200" b="0" u="none" strike="noStrike">
              <a:solidFill>
                <a:srgbClr val="000000"/>
              </a:solidFill>
              <a:effectLst/>
              <a:uFillTx/>
              <a:latin typeface="Arial"/>
            </a:endParaRPr>
          </a:p>
          <a:p>
            <a:pPr marL="1828800" lvl="3" indent="-343080" algn="l">
              <a:lnSpc>
                <a:spcPct val="100000"/>
              </a:lnSpc>
              <a:spcBef>
                <a:spcPts val="567"/>
              </a:spcBef>
              <a:buClr>
                <a:srgbClr val="FFFFFF"/>
              </a:buClr>
              <a:buSzPct val="75000"/>
              <a:buFont typeface="Symbol" charset="2"/>
              <a:buChar char=""/>
            </a:pPr>
            <a:r>
              <a:rPr lang="en-US" sz="2200" b="0" u="none" strike="noStrike">
                <a:solidFill>
                  <a:srgbClr val="000000"/>
                </a:solidFill>
                <a:effectLst/>
                <a:uFillTx/>
                <a:latin typeface="Arial"/>
              </a:rPr>
              <a:t>Fourth Outline Level</a:t>
            </a:r>
            <a:endParaRPr lang="en-US" sz="2200" b="0" u="none" strike="noStrike">
              <a:solidFill>
                <a:srgbClr val="000000"/>
              </a:solidFill>
              <a:effectLst/>
              <a:uFillTx/>
              <a:latin typeface="Arial"/>
            </a:endParaRPr>
          </a:p>
          <a:p>
            <a:pPr marL="2286000" lvl="4"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Fifth Outline Level</a:t>
            </a:r>
            <a:endParaRPr lang="en-US" sz="2200" b="0" u="none" strike="noStrike">
              <a:solidFill>
                <a:srgbClr val="000000"/>
              </a:solidFill>
              <a:effectLst/>
              <a:uFillTx/>
              <a:latin typeface="Arial"/>
            </a:endParaRPr>
          </a:p>
          <a:p>
            <a:pPr marL="2743200" lvl="5"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Sixth Outline Level</a:t>
            </a:r>
            <a:endParaRPr lang="en-US" sz="2200" b="0" u="none" strike="noStrike">
              <a:solidFill>
                <a:srgbClr val="000000"/>
              </a:solidFill>
              <a:effectLst/>
              <a:uFillTx/>
              <a:latin typeface="Arial"/>
            </a:endParaRPr>
          </a:p>
          <a:p>
            <a:pPr marL="3200400" lvl="6"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Seventh Outline Level</a:t>
            </a:r>
            <a:endParaRPr lang="en-US" sz="2200" b="0" u="none" strike="noStrike">
              <a:solidFill>
                <a:srgbClr val="000000"/>
              </a:solidFill>
              <a:effectLst/>
              <a:uFillTx/>
              <a:latin typeface="Arial"/>
            </a:endParaRPr>
          </a:p>
        </p:txBody>
      </p:sp>
      <p:sp>
        <p:nvSpPr>
          <p:cNvPr id="50" name="PlaceHolder 3"/>
          <p:cNvSpPr>
            <a:spLocks noGrp="1"/>
          </p:cNvSpPr>
          <p:nvPr>
            <p:ph type="body"/>
          </p:nvPr>
        </p:nvSpPr>
        <p:spPr>
          <a:xfrm>
            <a:off x="685800" y="3124080"/>
            <a:ext cx="4114080" cy="3093840"/>
          </a:xfrm>
          <a:prstGeom prst="rect">
            <a:avLst/>
          </a:prstGeom>
          <a:noFill/>
          <a:ln w="0">
            <a:noFill/>
          </a:ln>
        </p:spPr>
        <p:txBody>
          <a:bodyPr lIns="91440" tIns="45720" rIns="91440" bIns="45720" anchor="t">
            <a:normAutofit lnSpcReduction="9999"/>
          </a:bodyPr>
          <a:lstStyle>
            <a:lvl1pPr algn="l">
              <a:lnSpc>
                <a:spcPct val="100000"/>
              </a:lnSpc>
              <a:spcBef>
                <a:spcPts val="1417"/>
              </a:spcBef>
              <a:buClr>
                <a:srgbClr val="FFFFFF"/>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51" name="PlaceHolder 4"/>
          <p:cNvSpPr>
            <a:spLocks noGrp="1"/>
          </p:cNvSpPr>
          <p:nvPr>
            <p:ph type="dt" idx="22"/>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52" name="PlaceHolder 5"/>
          <p:cNvSpPr>
            <a:spLocks noGrp="1"/>
          </p:cNvSpPr>
          <p:nvPr>
            <p:ph type="ftr" idx="23"/>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53" name="PlaceHolder 6"/>
          <p:cNvSpPr>
            <a:spLocks noGrp="1"/>
          </p:cNvSpPr>
          <p:nvPr>
            <p:ph type="sldNum" idx="24"/>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B83466A8-1D2E-41E2-8A9F-FE45BAAAD89C}"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rgbClr val="000000"/>
        </a:solidFill>
      </p:bgPr>
    </p:bg>
    <p:spTree>
      <p:nvGrpSpPr>
        <p:cNvPr id="1" name=""/>
        <p:cNvGrpSpPr/>
        <p:nvPr/>
      </p:nvGrpSpPr>
      <p:grpSpPr>
        <a:xfrm>
          <a:off x="0" y="0"/>
          <a:ext cx="0" cy="0"/>
          <a:chOff x="0" y="0"/>
          <a:chExt cx="0" cy="0"/>
        </a:xfrm>
      </p:grpSpPr>
      <p:pic>
        <p:nvPicPr>
          <p:cNvPr id="54" name="Google Shape;6;p15" descr="C0-HD-TOP.png"/>
          <p:cNvPicPr/>
          <p:nvPr/>
        </p:nvPicPr>
        <p:blipFill>
          <a:blip r:embed="rId2"/>
          <a:stretch/>
        </p:blipFill>
        <p:spPr>
          <a:xfrm>
            <a:off x="0" y="0"/>
            <a:ext cx="12191400" cy="1440720"/>
          </a:xfrm>
          <a:prstGeom prst="rect">
            <a:avLst/>
          </a:prstGeom>
          <a:noFill/>
          <a:ln w="0">
            <a:noFill/>
          </a:ln>
        </p:spPr>
      </p:pic>
      <p:sp>
        <p:nvSpPr>
          <p:cNvPr id="55" name="PlaceHolder 1"/>
          <p:cNvSpPr>
            <a:spLocks noGrp="1"/>
          </p:cNvSpPr>
          <p:nvPr>
            <p:ph type="title"/>
          </p:nvPr>
        </p:nvSpPr>
        <p:spPr>
          <a:xfrm>
            <a:off x="685800" y="1523880"/>
            <a:ext cx="6872400" cy="159948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3200" b="0" u="none" strike="noStrike">
                <a:solidFill>
                  <a:srgbClr val="000000"/>
                </a:solidFill>
                <a:effectLst/>
                <a:uFillTx/>
                <a:latin typeface="Arial"/>
              </a:defRPr>
            </a:lvl1pPr>
          </a:lstStyle>
          <a:p>
            <a:pPr indent="0" algn="l">
              <a:lnSpc>
                <a:spcPct val="100000"/>
              </a:lnSpc>
              <a:buNone/>
              <a:tabLst>
                <a:tab pos="0" algn="l"/>
              </a:tabLst>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56" name="PlaceHolder 2"/>
          <p:cNvSpPr>
            <a:spLocks noGrp="1"/>
          </p:cNvSpPr>
          <p:nvPr>
            <p:ph type="body"/>
          </p:nvPr>
        </p:nvSpPr>
        <p:spPr>
          <a:xfrm>
            <a:off x="7861320" y="751320"/>
            <a:ext cx="3644280" cy="5466600"/>
          </a:xfrm>
          <a:prstGeom prst="rect">
            <a:avLst/>
          </a:prstGeom>
          <a:noFill/>
          <a:ln w="0">
            <a:noFill/>
          </a:ln>
        </p:spPr>
        <p:txBody>
          <a:bodyPr lIns="91440" tIns="45720" rIns="91440" bIns="45720" anchor="t">
            <a:normAutofit fontScale="62500" lnSpcReduction="19999"/>
          </a:bodyPr>
          <a:lstStyle>
            <a:lvl1pPr algn="l">
              <a:lnSpc>
                <a:spcPct val="100000"/>
              </a:lnSpc>
              <a:spcBef>
                <a:spcPts val="1417"/>
              </a:spcBef>
              <a:buClr>
                <a:srgbClr val="FFFFFF"/>
              </a:buClr>
              <a:buSzPct val="45000"/>
              <a:buFont typeface="Wingdings" charset="2"/>
              <a:buChar char=""/>
              <a:defRPr lang="en-US" sz="3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3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3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3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3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3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3200" b="0" u="none" strike="noStrike">
                <a:solidFill>
                  <a:srgbClr val="000000"/>
                </a:solidFill>
                <a:effectLst/>
                <a:uFillTx/>
                <a:latin typeface="Arial"/>
              </a:defRPr>
            </a:lvl7pPr>
          </a:lstStyle>
          <a:p>
            <a:pPr marL="432000" indent="-324000" algn="l">
              <a:lnSpc>
                <a:spcPct val="100000"/>
              </a:lnSpc>
              <a:spcBef>
                <a:spcPts val="1417"/>
              </a:spcBef>
              <a:buClr>
                <a:srgbClr val="FFFFFF"/>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FFFFFF"/>
              </a:buClr>
              <a:buSzPct val="75000"/>
              <a:buFont typeface="Symbol" charset="2"/>
              <a:buChar char=""/>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296000" lvl="2" indent="-288000" algn="l">
              <a:lnSpc>
                <a:spcPct val="100000"/>
              </a:lnSpc>
              <a:spcBef>
                <a:spcPts val="850"/>
              </a:spcBef>
              <a:buClr>
                <a:srgbClr val="FFFFFF"/>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728000" lvl="3" indent="-216000" algn="l">
              <a:lnSpc>
                <a:spcPct val="100000"/>
              </a:lnSpc>
              <a:spcBef>
                <a:spcPts val="567"/>
              </a:spcBef>
              <a:buClr>
                <a:srgbClr val="FFFFFF"/>
              </a:buClr>
              <a:buSzPct val="75000"/>
              <a:buFont typeface="Symbol" charset="2"/>
              <a:buChar char=""/>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160000" lvl="4" indent="-216000" algn="l">
              <a:lnSpc>
                <a:spcPct val="100000"/>
              </a:lnSpc>
              <a:spcBef>
                <a:spcPts val="283"/>
              </a:spcBef>
              <a:buClr>
                <a:srgbClr val="FFFFFF"/>
              </a:buClr>
              <a:buSzPct val="45000"/>
              <a:buFont typeface="Wingdings" charset="2"/>
              <a:buChar char=""/>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592000" lvl="5" indent="-216000" algn="l">
              <a:lnSpc>
                <a:spcPct val="100000"/>
              </a:lnSpc>
              <a:spcBef>
                <a:spcPts val="283"/>
              </a:spcBef>
              <a:buClr>
                <a:srgbClr val="FFFFFF"/>
              </a:buClr>
              <a:buSzPct val="45000"/>
              <a:buFont typeface="Wingdings" charset="2"/>
              <a:buChar char=""/>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3024000" lvl="6" indent="-216000" algn="l">
              <a:lnSpc>
                <a:spcPct val="100000"/>
              </a:lnSpc>
              <a:spcBef>
                <a:spcPts val="283"/>
              </a:spcBef>
              <a:buClr>
                <a:srgbClr val="FFFFFF"/>
              </a:buClr>
              <a:buSzPct val="45000"/>
              <a:buFont typeface="Wingdings" charset="2"/>
              <a:buChar char=""/>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57" name="PlaceHolder 3"/>
          <p:cNvSpPr>
            <a:spLocks noGrp="1"/>
          </p:cNvSpPr>
          <p:nvPr>
            <p:ph type="body"/>
          </p:nvPr>
        </p:nvSpPr>
        <p:spPr>
          <a:xfrm>
            <a:off x="685800" y="3124080"/>
            <a:ext cx="6872400" cy="3093840"/>
          </a:xfrm>
          <a:prstGeom prst="rect">
            <a:avLst/>
          </a:prstGeom>
          <a:noFill/>
          <a:ln w="0">
            <a:noFill/>
          </a:ln>
        </p:spPr>
        <p:txBody>
          <a:bodyPr lIns="91440" tIns="45720" rIns="91440" bIns="45720" anchor="t">
            <a:normAutofit/>
          </a:bodyPr>
          <a:lstStyle>
            <a:lvl1pPr algn="l">
              <a:lnSpc>
                <a:spcPct val="100000"/>
              </a:lnSpc>
              <a:spcBef>
                <a:spcPts val="1417"/>
              </a:spcBef>
              <a:buClr>
                <a:srgbClr val="FFFFFF"/>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58" name="PlaceHolder 4"/>
          <p:cNvSpPr>
            <a:spLocks noGrp="1"/>
          </p:cNvSpPr>
          <p:nvPr>
            <p:ph type="dt" idx="25"/>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59" name="PlaceHolder 5"/>
          <p:cNvSpPr>
            <a:spLocks noGrp="1"/>
          </p:cNvSpPr>
          <p:nvPr>
            <p:ph type="ftr" idx="26"/>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60" name="PlaceHolder 6"/>
          <p:cNvSpPr>
            <a:spLocks noGrp="1"/>
          </p:cNvSpPr>
          <p:nvPr>
            <p:ph type="sldNum" idx="27"/>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E955FA8A-1EC5-432A-89D2-E9B1D139122E}"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rgbClr val="000000"/>
        </a:solidFill>
      </p:bgPr>
    </p:bg>
    <p:spTree>
      <p:nvGrpSpPr>
        <p:cNvPr id="1" name=""/>
        <p:cNvGrpSpPr/>
        <p:nvPr/>
      </p:nvGrpSpPr>
      <p:grpSpPr>
        <a:xfrm>
          <a:off x="0" y="0"/>
          <a:ext cx="0" cy="0"/>
          <a:chOff x="0" y="0"/>
          <a:chExt cx="0" cy="0"/>
        </a:xfrm>
      </p:grpSpPr>
      <p:pic>
        <p:nvPicPr>
          <p:cNvPr id="61" name="Google Shape;6;p15" descr="C0-HD-TOP.png"/>
          <p:cNvPicPr/>
          <p:nvPr/>
        </p:nvPicPr>
        <p:blipFill>
          <a:blip r:embed="rId2"/>
          <a:stretch/>
        </p:blipFill>
        <p:spPr>
          <a:xfrm>
            <a:off x="0" y="0"/>
            <a:ext cx="12191400" cy="1440720"/>
          </a:xfrm>
          <a:prstGeom prst="rect">
            <a:avLst/>
          </a:prstGeom>
          <a:noFill/>
          <a:ln w="0">
            <a:noFill/>
          </a:ln>
        </p:spPr>
      </p:pic>
      <p:pic>
        <p:nvPicPr>
          <p:cNvPr id="62" name="Google Shape;13;p16" descr="C0-HD-BTM.png"/>
          <p:cNvPicPr/>
          <p:nvPr/>
        </p:nvPicPr>
        <p:blipFill>
          <a:blip r:embed="rId3"/>
          <a:stretch/>
        </p:blipFill>
        <p:spPr>
          <a:xfrm>
            <a:off x="0" y="4375080"/>
            <a:ext cx="12191400" cy="2482200"/>
          </a:xfrm>
          <a:prstGeom prst="rect">
            <a:avLst/>
          </a:prstGeom>
          <a:noFill/>
          <a:ln w="0">
            <a:noFill/>
          </a:ln>
        </p:spPr>
      </p:pic>
      <p:sp>
        <p:nvSpPr>
          <p:cNvPr id="63" name="PlaceHolder 1"/>
          <p:cNvSpPr>
            <a:spLocks noGrp="1"/>
          </p:cNvSpPr>
          <p:nvPr>
            <p:ph type="title"/>
          </p:nvPr>
        </p:nvSpPr>
        <p:spPr>
          <a:xfrm>
            <a:off x="1371600" y="1803240"/>
            <a:ext cx="9448200" cy="1824480"/>
          </a:xfrm>
          <a:prstGeom prst="rect">
            <a:avLst/>
          </a:prstGeom>
          <a:noFill/>
          <a:ln w="0">
            <a:noFill/>
          </a:ln>
        </p:spPr>
        <p:txBody>
          <a:bodyPr lIns="91440" tIns="45720" rIns="91440" bIns="45720" anchor="b">
            <a:normAutofit lnSpcReduction="9999"/>
          </a:bodyPr>
          <a:lstStyle>
            <a:lvl1pPr indent="0" algn="l">
              <a:lnSpc>
                <a:spcPct val="100000"/>
              </a:lnSpc>
              <a:buNone/>
              <a:tabLst>
                <a:tab pos="0" algn="l"/>
              </a:tabLst>
              <a:defRPr lang="en-US" sz="6000" b="0" u="none" strike="noStrike">
                <a:solidFill>
                  <a:srgbClr val="000000"/>
                </a:solidFill>
                <a:effectLst/>
                <a:uFillTx/>
                <a:latin typeface="Arial"/>
              </a:defRPr>
            </a:lvl1pPr>
          </a:lstStyle>
          <a:p>
            <a:pPr indent="0" algn="l">
              <a:lnSpc>
                <a:spcPct val="100000"/>
              </a:lnSpc>
              <a:buNone/>
              <a:tabLst>
                <a:tab pos="0" algn="l"/>
              </a:tabLst>
            </a:pPr>
            <a:r>
              <a:rPr lang="en-US" sz="6000" b="0" u="none" strike="noStrike">
                <a:solidFill>
                  <a:srgbClr val="000000"/>
                </a:solidFill>
                <a:effectLst/>
                <a:uFillTx/>
                <a:latin typeface="Arial"/>
              </a:rPr>
              <a:t>Click to edit the title text format</a:t>
            </a:r>
            <a:endParaRPr lang="en-US" sz="6000" b="0" u="none" strike="noStrike">
              <a:solidFill>
                <a:srgbClr val="000000"/>
              </a:solidFill>
              <a:effectLst/>
              <a:uFillTx/>
              <a:latin typeface="Arial"/>
            </a:endParaRPr>
          </a:p>
        </p:txBody>
      </p:sp>
      <p:sp>
        <p:nvSpPr>
          <p:cNvPr id="64" name="PlaceHolder 2"/>
          <p:cNvSpPr>
            <a:spLocks noGrp="1"/>
          </p:cNvSpPr>
          <p:nvPr>
            <p:ph type="dt" idx="28"/>
          </p:nvPr>
        </p:nvSpPr>
        <p:spPr>
          <a:xfrm>
            <a:off x="7909560" y="4314240"/>
            <a:ext cx="2910240" cy="37404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65" name="PlaceHolder 3"/>
          <p:cNvSpPr>
            <a:spLocks noGrp="1"/>
          </p:cNvSpPr>
          <p:nvPr>
            <p:ph type="ftr" idx="29"/>
          </p:nvPr>
        </p:nvSpPr>
        <p:spPr>
          <a:xfrm>
            <a:off x="1371600" y="4323960"/>
            <a:ext cx="6400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66" name="PlaceHolder 4"/>
          <p:cNvSpPr>
            <a:spLocks noGrp="1"/>
          </p:cNvSpPr>
          <p:nvPr>
            <p:ph type="sldNum" idx="30"/>
          </p:nvPr>
        </p:nvSpPr>
        <p:spPr>
          <a:xfrm>
            <a:off x="8077320" y="143100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C0D49A67-5371-4233-881C-8A5AF88E13F7}"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
        <p:nvSpPr>
          <p:cNvPr id="67"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a:lnSpc>
                <a:spcPct val="100000"/>
              </a:lnSpc>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lnSpc>
                <a:spcPct val="100000"/>
              </a:lnSpc>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lnSpc>
                <a:spcPct val="100000"/>
              </a:lnSpc>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lnSpc>
                <a:spcPct val="100000"/>
              </a:lnSpc>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lnSpc>
                <a:spcPct val="100000"/>
              </a:lnSpc>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bg>
      <p:bgPr>
        <a:solidFill>
          <a:srgbClr val="000000"/>
        </a:solidFill>
      </p:bgPr>
    </p:bg>
    <p:spTree>
      <p:nvGrpSpPr>
        <p:cNvPr id="1" name=""/>
        <p:cNvGrpSpPr/>
        <p:nvPr/>
      </p:nvGrpSpPr>
      <p:grpSpPr>
        <a:xfrm>
          <a:off x="0" y="0"/>
          <a:ext cx="0" cy="0"/>
          <a:chOff x="0" y="0"/>
          <a:chExt cx="0" cy="0"/>
        </a:xfrm>
      </p:grpSpPr>
      <p:pic>
        <p:nvPicPr>
          <p:cNvPr id="68" name="Google Shape;6;p15" descr="C0-HD-TOP.png"/>
          <p:cNvPicPr/>
          <p:nvPr/>
        </p:nvPicPr>
        <p:blipFill>
          <a:blip r:embed="rId2"/>
          <a:stretch/>
        </p:blipFill>
        <p:spPr>
          <a:xfrm>
            <a:off x="0" y="0"/>
            <a:ext cx="12191400" cy="1440720"/>
          </a:xfrm>
          <a:prstGeom prst="rect">
            <a:avLst/>
          </a:prstGeom>
          <a:noFill/>
          <a:ln w="0">
            <a:noFill/>
          </a:ln>
        </p:spPr>
      </p:pic>
      <p:sp>
        <p:nvSpPr>
          <p:cNvPr id="69" name="PlaceHolder 1"/>
          <p:cNvSpPr>
            <a:spLocks noGrp="1"/>
          </p:cNvSpPr>
          <p:nvPr>
            <p:ph type="title"/>
          </p:nvPr>
        </p:nvSpPr>
        <p:spPr>
          <a:xfrm>
            <a:off x="685800" y="4697280"/>
            <a:ext cx="10821240" cy="81864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3200" b="0" u="none" strike="noStrike">
                <a:solidFill>
                  <a:srgbClr val="000000"/>
                </a:solidFill>
                <a:effectLst/>
                <a:uFillTx/>
                <a:latin typeface="Arial"/>
              </a:defRPr>
            </a:lvl1pPr>
          </a:lstStyle>
          <a:p>
            <a:pPr indent="0" algn="l">
              <a:lnSpc>
                <a:spcPct val="100000"/>
              </a:lnSpc>
              <a:buNone/>
              <a:tabLst>
                <a:tab pos="0" algn="l"/>
              </a:tabLst>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70" name="PlaceHolder 2"/>
          <p:cNvSpPr>
            <a:spLocks noGrp="1"/>
          </p:cNvSpPr>
          <p:nvPr>
            <p:ph type="body"/>
          </p:nvPr>
        </p:nvSpPr>
        <p:spPr>
          <a:xfrm>
            <a:off x="681840" y="941400"/>
            <a:ext cx="10821240" cy="3477600"/>
          </a:xfrm>
          <a:prstGeom prst="rect">
            <a:avLst/>
          </a:prstGeom>
          <a:noFill/>
          <a:ln w="0">
            <a:noFill/>
          </a:ln>
        </p:spPr>
        <p:txBody>
          <a:bodyPr lIns="91440" tIns="45720" rIns="91440" bIns="45720" anchor="t">
            <a:normAutofit fontScale="92500" lnSpcReduction="9999"/>
          </a:bodyPr>
          <a:lstStyle>
            <a:lvl1pPr algn="l">
              <a:lnSpc>
                <a:spcPct val="100000"/>
              </a:lnSpc>
              <a:spcBef>
                <a:spcPts val="1417"/>
              </a:spcBef>
              <a:buClr>
                <a:srgbClr val="FFFFFF"/>
              </a:buClr>
              <a:buSzPct val="45000"/>
              <a:buFont typeface="Wingdings" charset="2"/>
              <a:buChar char=""/>
              <a:defRPr lang="en-US" sz="3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3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3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3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3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3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3200" b="0" u="none" strike="noStrike">
                <a:solidFill>
                  <a:srgbClr val="000000"/>
                </a:solidFill>
                <a:effectLst/>
                <a:uFillTx/>
                <a:latin typeface="Arial"/>
              </a:defRPr>
            </a:lvl7pPr>
          </a:lstStyle>
          <a:p>
            <a:pPr marL="432000" indent="-324000" algn="l">
              <a:lnSpc>
                <a:spcPct val="100000"/>
              </a:lnSpc>
              <a:spcBef>
                <a:spcPts val="1417"/>
              </a:spcBef>
              <a:buClr>
                <a:srgbClr val="FFFFFF"/>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FFFFFF"/>
              </a:buClr>
              <a:buSzPct val="75000"/>
              <a:buFont typeface="Symbol" charset="2"/>
              <a:buChar char=""/>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296000" lvl="2" indent="-288000" algn="l">
              <a:lnSpc>
                <a:spcPct val="100000"/>
              </a:lnSpc>
              <a:spcBef>
                <a:spcPts val="850"/>
              </a:spcBef>
              <a:buClr>
                <a:srgbClr val="FFFFFF"/>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728000" lvl="3" indent="-216000" algn="l">
              <a:lnSpc>
                <a:spcPct val="100000"/>
              </a:lnSpc>
              <a:spcBef>
                <a:spcPts val="567"/>
              </a:spcBef>
              <a:buClr>
                <a:srgbClr val="FFFFFF"/>
              </a:buClr>
              <a:buSzPct val="75000"/>
              <a:buFont typeface="Symbol" charset="2"/>
              <a:buChar char=""/>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160000" lvl="4" indent="-216000" algn="l">
              <a:lnSpc>
                <a:spcPct val="100000"/>
              </a:lnSpc>
              <a:spcBef>
                <a:spcPts val="283"/>
              </a:spcBef>
              <a:buClr>
                <a:srgbClr val="FFFFFF"/>
              </a:buClr>
              <a:buSzPct val="45000"/>
              <a:buFont typeface="Wingdings" charset="2"/>
              <a:buChar char=""/>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592000" lvl="5" indent="-216000" algn="l">
              <a:lnSpc>
                <a:spcPct val="100000"/>
              </a:lnSpc>
              <a:spcBef>
                <a:spcPts val="283"/>
              </a:spcBef>
              <a:buClr>
                <a:srgbClr val="FFFFFF"/>
              </a:buClr>
              <a:buSzPct val="45000"/>
              <a:buFont typeface="Wingdings" charset="2"/>
              <a:buChar char=""/>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3024000" lvl="6" indent="-216000" algn="l">
              <a:lnSpc>
                <a:spcPct val="100000"/>
              </a:lnSpc>
              <a:spcBef>
                <a:spcPts val="283"/>
              </a:spcBef>
              <a:buClr>
                <a:srgbClr val="FFFFFF"/>
              </a:buClr>
              <a:buSzPct val="45000"/>
              <a:buFont typeface="Wingdings" charset="2"/>
              <a:buChar char=""/>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71" name="PlaceHolder 3"/>
          <p:cNvSpPr>
            <a:spLocks noGrp="1"/>
          </p:cNvSpPr>
          <p:nvPr>
            <p:ph type="body"/>
          </p:nvPr>
        </p:nvSpPr>
        <p:spPr>
          <a:xfrm>
            <a:off x="685800" y="5516640"/>
            <a:ext cx="10819800" cy="701280"/>
          </a:xfrm>
          <a:prstGeom prst="rect">
            <a:avLst/>
          </a:prstGeom>
          <a:noFill/>
          <a:ln w="0">
            <a:noFill/>
          </a:ln>
        </p:spPr>
        <p:txBody>
          <a:bodyPr lIns="91440" tIns="45720" rIns="91440" bIns="45720" anchor="t">
            <a:normAutofit fontScale="25000" lnSpcReduction="19999"/>
          </a:bodyPr>
          <a:lstStyle>
            <a:lvl1pPr algn="l">
              <a:lnSpc>
                <a:spcPct val="100000"/>
              </a:lnSpc>
              <a:spcBef>
                <a:spcPts val="1417"/>
              </a:spcBef>
              <a:buClr>
                <a:srgbClr val="FFFFFF"/>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72" name="PlaceHolder 4"/>
          <p:cNvSpPr>
            <a:spLocks noGrp="1"/>
          </p:cNvSpPr>
          <p:nvPr>
            <p:ph type="dt" idx="31"/>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73" name="PlaceHolder 5"/>
          <p:cNvSpPr>
            <a:spLocks noGrp="1"/>
          </p:cNvSpPr>
          <p:nvPr>
            <p:ph type="ftr" idx="32"/>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74" name="PlaceHolder 6"/>
          <p:cNvSpPr>
            <a:spLocks noGrp="1"/>
          </p:cNvSpPr>
          <p:nvPr>
            <p:ph type="sldNum" idx="33"/>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A1C1E43E-B311-43AA-B74F-DADC0D81F2D0}"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solidFill>
          <a:srgbClr val="000000"/>
        </a:solidFill>
      </p:bgPr>
    </p:bg>
    <p:spTree>
      <p:nvGrpSpPr>
        <p:cNvPr id="1" name=""/>
        <p:cNvGrpSpPr/>
        <p:nvPr/>
      </p:nvGrpSpPr>
      <p:grpSpPr>
        <a:xfrm>
          <a:off x="0" y="0"/>
          <a:ext cx="0" cy="0"/>
          <a:chOff x="0" y="0"/>
          <a:chExt cx="0" cy="0"/>
        </a:xfrm>
      </p:grpSpPr>
      <p:pic>
        <p:nvPicPr>
          <p:cNvPr id="75" name="Google Shape;6;p15" descr="C0-HD-TOP.png" hidden="1"/>
          <p:cNvPicPr/>
          <p:nvPr/>
        </p:nvPicPr>
        <p:blipFill>
          <a:blip r:embed="rId2"/>
          <a:stretch/>
        </p:blipFill>
        <p:spPr>
          <a:xfrm>
            <a:off x="0" y="0"/>
            <a:ext cx="12191400" cy="1440720"/>
          </a:xfrm>
          <a:prstGeom prst="rect">
            <a:avLst/>
          </a:prstGeom>
          <a:noFill/>
          <a:ln w="0">
            <a:noFill/>
          </a:ln>
        </p:spPr>
      </p:pic>
      <p:pic>
        <p:nvPicPr>
          <p:cNvPr id="76" name="Google Shape;79;p26" descr="C0-HD-BTM.png"/>
          <p:cNvPicPr/>
          <p:nvPr/>
        </p:nvPicPr>
        <p:blipFill>
          <a:blip r:embed="rId3"/>
          <a:stretch/>
        </p:blipFill>
        <p:spPr>
          <a:xfrm>
            <a:off x="0" y="4375080"/>
            <a:ext cx="12191400" cy="2482200"/>
          </a:xfrm>
          <a:prstGeom prst="rect">
            <a:avLst/>
          </a:prstGeom>
          <a:noFill/>
          <a:ln w="0">
            <a:noFill/>
          </a:ln>
        </p:spPr>
      </p:pic>
      <p:sp>
        <p:nvSpPr>
          <p:cNvPr id="77" name="PlaceHolder 1"/>
          <p:cNvSpPr>
            <a:spLocks noGrp="1"/>
          </p:cNvSpPr>
          <p:nvPr>
            <p:ph type="title"/>
          </p:nvPr>
        </p:nvSpPr>
        <p:spPr>
          <a:xfrm>
            <a:off x="685800" y="753480"/>
            <a:ext cx="10819800" cy="280188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3200" b="0" u="none" strike="noStrike">
                <a:solidFill>
                  <a:srgbClr val="000000"/>
                </a:solidFill>
                <a:effectLst/>
                <a:uFillTx/>
                <a:latin typeface="Arial"/>
              </a:defRPr>
            </a:lvl1pPr>
          </a:lstStyle>
          <a:p>
            <a:pPr indent="0" algn="l">
              <a:lnSpc>
                <a:spcPct val="100000"/>
              </a:lnSpc>
              <a:buNone/>
              <a:tabLst>
                <a:tab pos="0" algn="l"/>
              </a:tabLst>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78" name="PlaceHolder 2"/>
          <p:cNvSpPr>
            <a:spLocks noGrp="1"/>
          </p:cNvSpPr>
          <p:nvPr>
            <p:ph type="body"/>
          </p:nvPr>
        </p:nvSpPr>
        <p:spPr>
          <a:xfrm>
            <a:off x="1024560" y="3648960"/>
            <a:ext cx="10129680" cy="998280"/>
          </a:xfrm>
          <a:prstGeom prst="rect">
            <a:avLst/>
          </a:prstGeom>
          <a:noFill/>
          <a:ln w="0">
            <a:noFill/>
          </a:ln>
        </p:spPr>
        <p:txBody>
          <a:bodyPr lIns="91440" tIns="45720" rIns="91440" bIns="45720" anchor="ctr">
            <a:normAutofit fontScale="40000" lnSpcReduction="19999"/>
          </a:bodyPr>
          <a:lstStyle>
            <a:lvl1pPr algn="l">
              <a:lnSpc>
                <a:spcPct val="100000"/>
              </a:lnSpc>
              <a:spcBef>
                <a:spcPts val="1417"/>
              </a:spcBef>
              <a:buClr>
                <a:srgbClr val="FFFFFF"/>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79" name="PlaceHolder 3"/>
          <p:cNvSpPr>
            <a:spLocks noGrp="1"/>
          </p:cNvSpPr>
          <p:nvPr>
            <p:ph type="dt" idx="34"/>
          </p:nvPr>
        </p:nvSpPr>
        <p:spPr>
          <a:xfrm>
            <a:off x="7814520" y="38088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80" name="PlaceHolder 4"/>
          <p:cNvSpPr>
            <a:spLocks noGrp="1"/>
          </p:cNvSpPr>
          <p:nvPr>
            <p:ph type="ftr" idx="35"/>
          </p:nvPr>
        </p:nvSpPr>
        <p:spPr>
          <a:xfrm>
            <a:off x="685800" y="379800"/>
            <a:ext cx="699084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81" name="PlaceHolder 5"/>
          <p:cNvSpPr>
            <a:spLocks noGrp="1"/>
          </p:cNvSpPr>
          <p:nvPr>
            <p:ph type="sldNum" idx="36"/>
          </p:nvPr>
        </p:nvSpPr>
        <p:spPr>
          <a:xfrm>
            <a:off x="10862280" y="380880"/>
            <a:ext cx="64296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49A4A79F-5919-4E76-A944-0FFE485B80D1}"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solidFill>
          <a:srgbClr val="000000"/>
        </a:solidFill>
      </p:bgPr>
    </p:bg>
    <p:spTree>
      <p:nvGrpSpPr>
        <p:cNvPr id="1" name=""/>
        <p:cNvGrpSpPr/>
        <p:nvPr/>
      </p:nvGrpSpPr>
      <p:grpSpPr>
        <a:xfrm>
          <a:off x="0" y="0"/>
          <a:ext cx="0" cy="0"/>
          <a:chOff x="0" y="0"/>
          <a:chExt cx="0" cy="0"/>
        </a:xfrm>
      </p:grpSpPr>
      <p:pic>
        <p:nvPicPr>
          <p:cNvPr id="82" name="Google Shape;6;p15" descr="C0-HD-TOP.png" hidden="1"/>
          <p:cNvPicPr/>
          <p:nvPr/>
        </p:nvPicPr>
        <p:blipFill>
          <a:blip r:embed="rId2"/>
          <a:stretch/>
        </p:blipFill>
        <p:spPr>
          <a:xfrm>
            <a:off x="0" y="0"/>
            <a:ext cx="12191400" cy="1440720"/>
          </a:xfrm>
          <a:prstGeom prst="rect">
            <a:avLst/>
          </a:prstGeom>
          <a:noFill/>
          <a:ln w="0">
            <a:noFill/>
          </a:ln>
        </p:spPr>
      </p:pic>
      <p:pic>
        <p:nvPicPr>
          <p:cNvPr id="83" name="Google Shape;86;p27" descr="C0-HD-BTM.png"/>
          <p:cNvPicPr/>
          <p:nvPr/>
        </p:nvPicPr>
        <p:blipFill>
          <a:blip r:embed="rId3"/>
          <a:stretch/>
        </p:blipFill>
        <p:spPr>
          <a:xfrm>
            <a:off x="0" y="4375080"/>
            <a:ext cx="12191400" cy="2482200"/>
          </a:xfrm>
          <a:prstGeom prst="rect">
            <a:avLst/>
          </a:prstGeom>
          <a:noFill/>
          <a:ln w="0">
            <a:noFill/>
          </a:ln>
        </p:spPr>
      </p:pic>
      <p:sp>
        <p:nvSpPr>
          <p:cNvPr id="84" name="PlaceHolder 1"/>
          <p:cNvSpPr>
            <a:spLocks noGrp="1"/>
          </p:cNvSpPr>
          <p:nvPr>
            <p:ph type="title"/>
          </p:nvPr>
        </p:nvSpPr>
        <p:spPr>
          <a:xfrm>
            <a:off x="1024560" y="753480"/>
            <a:ext cx="10150920" cy="260388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3200" b="0" u="none" strike="noStrike">
                <a:solidFill>
                  <a:srgbClr val="000000"/>
                </a:solidFill>
                <a:effectLst/>
                <a:uFillTx/>
                <a:latin typeface="Arial"/>
              </a:defRPr>
            </a:lvl1pPr>
          </a:lstStyle>
          <a:p>
            <a:pPr indent="0" algn="l">
              <a:lnSpc>
                <a:spcPct val="100000"/>
              </a:lnSpc>
              <a:buNone/>
              <a:tabLst>
                <a:tab pos="0" algn="l"/>
              </a:tabLst>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85" name="PlaceHolder 2"/>
          <p:cNvSpPr>
            <a:spLocks noGrp="1"/>
          </p:cNvSpPr>
          <p:nvPr>
            <p:ph type="body"/>
          </p:nvPr>
        </p:nvSpPr>
        <p:spPr>
          <a:xfrm>
            <a:off x="1303920" y="3365640"/>
            <a:ext cx="9591840" cy="443880"/>
          </a:xfrm>
          <a:prstGeom prst="rect">
            <a:avLst/>
          </a:prstGeom>
          <a:noFill/>
          <a:ln w="0">
            <a:noFill/>
          </a:ln>
        </p:spPr>
        <p:txBody>
          <a:bodyPr lIns="91440" tIns="45720" rIns="91440" bIns="45720" anchor="t">
            <a:normAutofit fontScale="25000" lnSpcReduction="19999"/>
          </a:bodyPr>
          <a:lstStyle>
            <a:lvl1pPr algn="l">
              <a:lnSpc>
                <a:spcPct val="100000"/>
              </a:lnSpc>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Fifth Outline Level</a:t>
            </a:r>
            <a:endParaRPr lang="en-US" sz="1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Sixth Outline Level</a:t>
            </a:r>
            <a:endParaRPr lang="en-US" sz="1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Seventh Outline Level</a:t>
            </a:r>
            <a:endParaRPr lang="en-US" sz="1400" b="0" u="none" strike="noStrike">
              <a:solidFill>
                <a:srgbClr val="000000"/>
              </a:solidFill>
              <a:effectLst/>
              <a:uFillTx/>
              <a:latin typeface="Arial"/>
            </a:endParaRPr>
          </a:p>
        </p:txBody>
      </p:sp>
      <p:sp>
        <p:nvSpPr>
          <p:cNvPr id="86" name="PlaceHolder 3"/>
          <p:cNvSpPr>
            <a:spLocks noGrp="1"/>
          </p:cNvSpPr>
          <p:nvPr>
            <p:ph type="body"/>
          </p:nvPr>
        </p:nvSpPr>
        <p:spPr>
          <a:xfrm>
            <a:off x="1024560" y="3960000"/>
            <a:ext cx="10150920" cy="679320"/>
          </a:xfrm>
          <a:prstGeom prst="rect">
            <a:avLst/>
          </a:prstGeom>
          <a:noFill/>
          <a:ln w="0">
            <a:noFill/>
          </a:ln>
        </p:spPr>
        <p:txBody>
          <a:bodyPr lIns="91440" tIns="45720" rIns="91440" bIns="45720" anchor="ctr">
            <a:normAutofit fontScale="25000" lnSpcReduction="19999"/>
          </a:bodyPr>
          <a:lstStyle>
            <a:lvl1pPr algn="l">
              <a:lnSpc>
                <a:spcPct val="100000"/>
              </a:lnSpc>
              <a:spcBef>
                <a:spcPts val="1417"/>
              </a:spcBef>
              <a:buClr>
                <a:srgbClr val="FFFFFF"/>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87" name="PlaceHolder 4"/>
          <p:cNvSpPr>
            <a:spLocks noGrp="1"/>
          </p:cNvSpPr>
          <p:nvPr>
            <p:ph type="dt" idx="37"/>
          </p:nvPr>
        </p:nvSpPr>
        <p:spPr>
          <a:xfrm>
            <a:off x="7814520" y="38088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88" name="PlaceHolder 5"/>
          <p:cNvSpPr>
            <a:spLocks noGrp="1"/>
          </p:cNvSpPr>
          <p:nvPr>
            <p:ph type="ftr" idx="38"/>
          </p:nvPr>
        </p:nvSpPr>
        <p:spPr>
          <a:xfrm>
            <a:off x="685800" y="379800"/>
            <a:ext cx="699084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89" name="PlaceHolder 6"/>
          <p:cNvSpPr>
            <a:spLocks noGrp="1"/>
          </p:cNvSpPr>
          <p:nvPr>
            <p:ph type="sldNum" idx="39"/>
          </p:nvPr>
        </p:nvSpPr>
        <p:spPr>
          <a:xfrm>
            <a:off x="10862280" y="380880"/>
            <a:ext cx="64296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6DC2D2CA-CA50-48BE-8D6B-DAD48D5A08CC}"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
        <p:nvSpPr>
          <p:cNvPr id="90" name="Google Shape;93;p27"/>
          <p:cNvSpPr/>
          <p:nvPr/>
        </p:nvSpPr>
        <p:spPr>
          <a:xfrm>
            <a:off x="476280" y="933480"/>
            <a:ext cx="608760" cy="583920"/>
          </a:xfrm>
          <a:prstGeom prst="rect">
            <a:avLst/>
          </a:prstGeom>
          <a:noFill/>
          <a:ln w="0">
            <a:noFill/>
          </a:ln>
        </p:spPr>
        <p:style>
          <a:lnRef idx="0"/>
          <a:fillRef idx="0"/>
          <a:effectRef idx="0"/>
          <a:fontRef idx="minor"/>
        </p:style>
        <p:txBody>
          <a:bodyPr lIns="90000" tIns="45000" rIns="90000" bIns="45000" anchor="ctr">
            <a:noAutofit/>
          </a:bodyPr>
          <a:p>
            <a:pPr>
              <a:lnSpc>
                <a:spcPct val="100000"/>
              </a:lnSpc>
              <a:tabLst>
                <a:tab pos="0" algn="l"/>
              </a:tabLst>
            </a:pPr>
            <a:r>
              <a:rPr lang="en-US" sz="8000" b="0" u="none" strike="noStrike">
                <a:solidFill>
                  <a:schemeClr val="lt1"/>
                </a:solidFill>
                <a:effectLst/>
                <a:uFillTx/>
                <a:latin typeface="Century Gothic"/>
                <a:ea typeface="Century Gothic"/>
              </a:rPr>
              <a:t>“</a:t>
            </a:r>
            <a:endParaRPr lang="en-US" sz="8000" b="0" u="none" strike="noStrike">
              <a:solidFill>
                <a:srgbClr val="FFFFFF"/>
              </a:solidFill>
              <a:effectLst/>
              <a:uFillTx/>
              <a:latin typeface="Arial"/>
            </a:endParaRPr>
          </a:p>
        </p:txBody>
      </p:sp>
      <p:sp>
        <p:nvSpPr>
          <p:cNvPr id="91" name="Google Shape;94;p27"/>
          <p:cNvSpPr/>
          <p:nvPr/>
        </p:nvSpPr>
        <p:spPr>
          <a:xfrm>
            <a:off x="10984320" y="2701440"/>
            <a:ext cx="608760" cy="583920"/>
          </a:xfrm>
          <a:prstGeom prst="rect">
            <a:avLst/>
          </a:prstGeom>
          <a:noFill/>
          <a:ln w="0">
            <a:noFill/>
          </a:ln>
        </p:spPr>
        <p:style>
          <a:lnRef idx="0"/>
          <a:fillRef idx="0"/>
          <a:effectRef idx="0"/>
          <a:fontRef idx="minor"/>
        </p:style>
        <p:txBody>
          <a:bodyPr lIns="90000" tIns="45000" rIns="90000" bIns="45000" anchor="ctr">
            <a:noAutofit/>
          </a:bodyPr>
          <a:p>
            <a:pPr algn="r">
              <a:lnSpc>
                <a:spcPct val="100000"/>
              </a:lnSpc>
              <a:tabLst>
                <a:tab pos="0" algn="l"/>
              </a:tabLst>
            </a:pPr>
            <a:r>
              <a:rPr lang="en-US" sz="8000" b="0" u="none" strike="noStrike">
                <a:solidFill>
                  <a:schemeClr val="lt1"/>
                </a:solidFill>
                <a:effectLst/>
                <a:uFillTx/>
                <a:latin typeface="Century Gothic"/>
                <a:ea typeface="Century Gothic"/>
              </a:rPr>
              <a:t>”</a:t>
            </a:r>
            <a:endParaRPr lang="en-US" sz="8000" b="0" u="none" strike="noStrike">
              <a:solidFill>
                <a:srgbClr val="FFFFFF"/>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solidFill>
          <a:srgbClr val="000000"/>
        </a:solidFill>
      </p:bgPr>
    </p:bg>
    <p:spTree>
      <p:nvGrpSpPr>
        <p:cNvPr id="1" name=""/>
        <p:cNvGrpSpPr/>
        <p:nvPr/>
      </p:nvGrpSpPr>
      <p:grpSpPr>
        <a:xfrm>
          <a:off x="0" y="0"/>
          <a:ext cx="0" cy="0"/>
          <a:chOff x="0" y="0"/>
          <a:chExt cx="0" cy="0"/>
        </a:xfrm>
      </p:grpSpPr>
      <p:pic>
        <p:nvPicPr>
          <p:cNvPr id="92" name="Google Shape;6;p15" descr="C0-HD-TOP.png" hidden="1"/>
          <p:cNvPicPr/>
          <p:nvPr/>
        </p:nvPicPr>
        <p:blipFill>
          <a:blip r:embed="rId2"/>
          <a:stretch/>
        </p:blipFill>
        <p:spPr>
          <a:xfrm>
            <a:off x="0" y="0"/>
            <a:ext cx="12191400" cy="1440720"/>
          </a:xfrm>
          <a:prstGeom prst="rect">
            <a:avLst/>
          </a:prstGeom>
          <a:noFill/>
          <a:ln w="0">
            <a:noFill/>
          </a:ln>
        </p:spPr>
      </p:pic>
      <p:pic>
        <p:nvPicPr>
          <p:cNvPr id="93" name="Google Shape;96;p28" descr="C0-HD-BTM.png"/>
          <p:cNvPicPr/>
          <p:nvPr/>
        </p:nvPicPr>
        <p:blipFill>
          <a:blip r:embed="rId3"/>
          <a:stretch/>
        </p:blipFill>
        <p:spPr>
          <a:xfrm>
            <a:off x="0" y="4375080"/>
            <a:ext cx="12191400" cy="2482200"/>
          </a:xfrm>
          <a:prstGeom prst="rect">
            <a:avLst/>
          </a:prstGeom>
          <a:noFill/>
          <a:ln w="0">
            <a:noFill/>
          </a:ln>
        </p:spPr>
      </p:pic>
      <p:sp>
        <p:nvSpPr>
          <p:cNvPr id="94" name="PlaceHolder 1"/>
          <p:cNvSpPr>
            <a:spLocks noGrp="1"/>
          </p:cNvSpPr>
          <p:nvPr>
            <p:ph type="title"/>
          </p:nvPr>
        </p:nvSpPr>
        <p:spPr>
          <a:xfrm>
            <a:off x="1024560" y="1124640"/>
            <a:ext cx="10145520" cy="251100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3200" b="0" u="none" strike="noStrike">
                <a:solidFill>
                  <a:srgbClr val="000000"/>
                </a:solidFill>
                <a:effectLst/>
                <a:uFillTx/>
                <a:latin typeface="Arial"/>
              </a:defRPr>
            </a:lvl1pPr>
          </a:lstStyle>
          <a:p>
            <a:pPr indent="0" algn="l">
              <a:lnSpc>
                <a:spcPct val="100000"/>
              </a:lnSpc>
              <a:buNone/>
              <a:tabLst>
                <a:tab pos="0" algn="l"/>
              </a:tabLst>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95" name="PlaceHolder 2"/>
          <p:cNvSpPr>
            <a:spLocks noGrp="1"/>
          </p:cNvSpPr>
          <p:nvPr>
            <p:ph type="body"/>
          </p:nvPr>
        </p:nvSpPr>
        <p:spPr>
          <a:xfrm>
            <a:off x="1024560" y="3648240"/>
            <a:ext cx="10144080" cy="999000"/>
          </a:xfrm>
          <a:prstGeom prst="rect">
            <a:avLst/>
          </a:prstGeom>
          <a:noFill/>
          <a:ln w="0">
            <a:noFill/>
          </a:ln>
        </p:spPr>
        <p:txBody>
          <a:bodyPr lIns="91440" tIns="45720" rIns="91440" bIns="45720" anchor="t">
            <a:normAutofit fontScale="40000" lnSpcReduction="19999"/>
          </a:bodyPr>
          <a:lstStyle>
            <a:lvl1pPr algn="l">
              <a:lnSpc>
                <a:spcPct val="100000"/>
              </a:lnSpc>
              <a:spcBef>
                <a:spcPts val="1417"/>
              </a:spcBef>
              <a:buClr>
                <a:srgbClr val="FFFFFF"/>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96" name="PlaceHolder 3"/>
          <p:cNvSpPr>
            <a:spLocks noGrp="1"/>
          </p:cNvSpPr>
          <p:nvPr>
            <p:ph type="dt" idx="40"/>
          </p:nvPr>
        </p:nvSpPr>
        <p:spPr>
          <a:xfrm>
            <a:off x="7814520" y="3787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97" name="PlaceHolder 4"/>
          <p:cNvSpPr>
            <a:spLocks noGrp="1"/>
          </p:cNvSpPr>
          <p:nvPr>
            <p:ph type="ftr" idx="41"/>
          </p:nvPr>
        </p:nvSpPr>
        <p:spPr>
          <a:xfrm>
            <a:off x="685800" y="378720"/>
            <a:ext cx="699084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98" name="PlaceHolder 5"/>
          <p:cNvSpPr>
            <a:spLocks noGrp="1"/>
          </p:cNvSpPr>
          <p:nvPr>
            <p:ph type="sldNum" idx="42"/>
          </p:nvPr>
        </p:nvSpPr>
        <p:spPr>
          <a:xfrm>
            <a:off x="10862280" y="380880"/>
            <a:ext cx="64296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63BF9AEE-14C7-45AE-AC4C-2C6E70B5F680}"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bg>
      <p:bgPr>
        <a:solidFill>
          <a:srgbClr val="000000"/>
        </a:solidFill>
      </p:bgPr>
    </p:bg>
    <p:spTree>
      <p:nvGrpSpPr>
        <p:cNvPr id="1" name=""/>
        <p:cNvGrpSpPr/>
        <p:nvPr/>
      </p:nvGrpSpPr>
      <p:grpSpPr>
        <a:xfrm>
          <a:off x="0" y="0"/>
          <a:ext cx="0" cy="0"/>
          <a:chOff x="0" y="0"/>
          <a:chExt cx="0" cy="0"/>
        </a:xfrm>
      </p:grpSpPr>
      <p:pic>
        <p:nvPicPr>
          <p:cNvPr id="99" name="Google Shape;6;p15" descr="C0-HD-TOP.png"/>
          <p:cNvPicPr/>
          <p:nvPr/>
        </p:nvPicPr>
        <p:blipFill>
          <a:blip r:embed="rId2"/>
          <a:stretch/>
        </p:blipFill>
        <p:spPr>
          <a:xfrm>
            <a:off x="0" y="0"/>
            <a:ext cx="12191400" cy="1440720"/>
          </a:xfrm>
          <a:prstGeom prst="rect">
            <a:avLst/>
          </a:prstGeom>
          <a:noFill/>
          <a:ln w="0">
            <a:noFill/>
          </a:ln>
        </p:spPr>
      </p:pic>
      <p:sp>
        <p:nvSpPr>
          <p:cNvPr id="100" name="PlaceHolder 1"/>
          <p:cNvSpPr>
            <a:spLocks noGrp="1"/>
          </p:cNvSpPr>
          <p:nvPr>
            <p:ph type="title"/>
          </p:nvPr>
        </p:nvSpPr>
        <p:spPr>
          <a:xfrm>
            <a:off x="2895480" y="762120"/>
            <a:ext cx="8609760" cy="13032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000" b="0" u="none" strike="noStrike">
                <a:solidFill>
                  <a:srgbClr val="000000"/>
                </a:solidFill>
                <a:effectLst/>
                <a:uFillTx/>
                <a:latin typeface="Arial"/>
              </a:defRPr>
            </a:lvl1pPr>
          </a:lstStyle>
          <a:p>
            <a:pPr indent="0" algn="l">
              <a:lnSpc>
                <a:spcPct val="100000"/>
              </a:lnSpc>
              <a:buNone/>
              <a:tabLst>
                <a:tab pos="0" algn="l"/>
              </a:tabLst>
            </a:pPr>
            <a:r>
              <a:rPr lang="en-US" sz="4000" b="0" u="none" strike="noStrike">
                <a:solidFill>
                  <a:srgbClr val="000000"/>
                </a:solidFill>
                <a:effectLst/>
                <a:uFillTx/>
                <a:latin typeface="Arial"/>
              </a:rPr>
              <a:t>Click to edit the title text format</a:t>
            </a:r>
            <a:endParaRPr lang="en-US" sz="4000" b="0" u="none" strike="noStrike">
              <a:solidFill>
                <a:srgbClr val="000000"/>
              </a:solidFill>
              <a:effectLst/>
              <a:uFillTx/>
              <a:latin typeface="Arial"/>
            </a:endParaRPr>
          </a:p>
        </p:txBody>
      </p:sp>
      <p:sp>
        <p:nvSpPr>
          <p:cNvPr id="101" name="PlaceHolder 2"/>
          <p:cNvSpPr>
            <a:spLocks noGrp="1"/>
          </p:cNvSpPr>
          <p:nvPr>
            <p:ph type="body"/>
          </p:nvPr>
        </p:nvSpPr>
        <p:spPr>
          <a:xfrm>
            <a:off x="685800" y="2202120"/>
            <a:ext cx="3455640" cy="616680"/>
          </a:xfrm>
          <a:prstGeom prst="rect">
            <a:avLst/>
          </a:prstGeom>
          <a:noFill/>
          <a:ln w="0">
            <a:noFill/>
          </a:ln>
        </p:spPr>
        <p:txBody>
          <a:bodyPr lIns="91440" tIns="45720" rIns="91440" bIns="45720" anchor="b">
            <a:noAutofit/>
          </a:bodyPr>
          <a:lstStyle>
            <a:lvl1pPr algn="l">
              <a:lnSpc>
                <a:spcPct val="100000"/>
              </a:lnSpc>
              <a:spcBef>
                <a:spcPts val="1417"/>
              </a:spcBef>
              <a:buClr>
                <a:srgbClr val="FFFFFF"/>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102" name="PlaceHolder 3"/>
          <p:cNvSpPr>
            <a:spLocks noGrp="1"/>
          </p:cNvSpPr>
          <p:nvPr>
            <p:ph type="body"/>
          </p:nvPr>
        </p:nvSpPr>
        <p:spPr>
          <a:xfrm>
            <a:off x="685800" y="2904480"/>
            <a:ext cx="3455640" cy="3313440"/>
          </a:xfrm>
          <a:prstGeom prst="rect">
            <a:avLst/>
          </a:prstGeom>
          <a:noFill/>
          <a:ln w="0">
            <a:noFill/>
          </a:ln>
        </p:spPr>
        <p:txBody>
          <a:bodyPr lIns="91440" tIns="45720" rIns="91440" bIns="45720" anchor="t">
            <a:normAutofit fontScale="62500" lnSpcReduction="19999"/>
          </a:bodyPr>
          <a:lstStyle>
            <a:lvl1pPr algn="l">
              <a:lnSpc>
                <a:spcPct val="100000"/>
              </a:lnSpc>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Fifth Outline Level</a:t>
            </a:r>
            <a:endParaRPr lang="en-US" sz="1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Sixth Outline Level</a:t>
            </a:r>
            <a:endParaRPr lang="en-US" sz="1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Seventh Outline Level</a:t>
            </a:r>
            <a:endParaRPr lang="en-US" sz="1400" b="0" u="none" strike="noStrike">
              <a:solidFill>
                <a:srgbClr val="000000"/>
              </a:solidFill>
              <a:effectLst/>
              <a:uFillTx/>
              <a:latin typeface="Arial"/>
            </a:endParaRPr>
          </a:p>
        </p:txBody>
      </p:sp>
      <p:sp>
        <p:nvSpPr>
          <p:cNvPr id="103" name="PlaceHolder 4"/>
          <p:cNvSpPr>
            <a:spLocks noGrp="1"/>
          </p:cNvSpPr>
          <p:nvPr>
            <p:ph type="body"/>
          </p:nvPr>
        </p:nvSpPr>
        <p:spPr>
          <a:xfrm>
            <a:off x="4368960" y="2201400"/>
            <a:ext cx="3455640" cy="625680"/>
          </a:xfrm>
          <a:prstGeom prst="rect">
            <a:avLst/>
          </a:prstGeom>
          <a:noFill/>
          <a:ln w="0">
            <a:noFill/>
          </a:ln>
        </p:spPr>
        <p:txBody>
          <a:bodyPr lIns="91440" tIns="45720" rIns="91440" bIns="45720" anchor="b">
            <a:noAutofit/>
          </a:bodyPr>
          <a:lstStyle>
            <a:lvl1pPr algn="l">
              <a:lnSpc>
                <a:spcPct val="100000"/>
              </a:lnSpc>
              <a:spcBef>
                <a:spcPts val="1417"/>
              </a:spcBef>
              <a:buClr>
                <a:srgbClr val="FFFFFF"/>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104" name="PlaceHolder 5"/>
          <p:cNvSpPr>
            <a:spLocks noGrp="1"/>
          </p:cNvSpPr>
          <p:nvPr>
            <p:ph type="body"/>
          </p:nvPr>
        </p:nvSpPr>
        <p:spPr>
          <a:xfrm>
            <a:off x="4366800" y="2904120"/>
            <a:ext cx="3455640" cy="3313800"/>
          </a:xfrm>
          <a:prstGeom prst="rect">
            <a:avLst/>
          </a:prstGeom>
          <a:noFill/>
          <a:ln w="0">
            <a:noFill/>
          </a:ln>
        </p:spPr>
        <p:txBody>
          <a:bodyPr lIns="91440" tIns="45720" rIns="91440" bIns="45720" anchor="t">
            <a:normAutofit fontScale="62500" lnSpcReduction="19999"/>
          </a:bodyPr>
          <a:lstStyle>
            <a:lvl1pPr algn="l">
              <a:lnSpc>
                <a:spcPct val="100000"/>
              </a:lnSpc>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Fifth Outline Level</a:t>
            </a:r>
            <a:endParaRPr lang="en-US" sz="1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Sixth Outline Level</a:t>
            </a:r>
            <a:endParaRPr lang="en-US" sz="1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Seventh Outline Level</a:t>
            </a:r>
            <a:endParaRPr lang="en-US" sz="1400" b="0" u="none" strike="noStrike">
              <a:solidFill>
                <a:srgbClr val="000000"/>
              </a:solidFill>
              <a:effectLst/>
              <a:uFillTx/>
              <a:latin typeface="Arial"/>
            </a:endParaRPr>
          </a:p>
        </p:txBody>
      </p:sp>
      <p:sp>
        <p:nvSpPr>
          <p:cNvPr id="105" name="PlaceHolder 6"/>
          <p:cNvSpPr>
            <a:spLocks noGrp="1"/>
          </p:cNvSpPr>
          <p:nvPr>
            <p:ph type="body"/>
          </p:nvPr>
        </p:nvSpPr>
        <p:spPr>
          <a:xfrm>
            <a:off x="8051760" y="2192760"/>
            <a:ext cx="3455640" cy="625680"/>
          </a:xfrm>
          <a:prstGeom prst="rect">
            <a:avLst/>
          </a:prstGeom>
          <a:noFill/>
          <a:ln w="0">
            <a:noFill/>
          </a:ln>
        </p:spPr>
        <p:txBody>
          <a:bodyPr lIns="91440" tIns="45720" rIns="91440" bIns="45720" anchor="b">
            <a:noAutofit/>
          </a:bodyPr>
          <a:lstStyle>
            <a:lvl1pPr algn="l">
              <a:lnSpc>
                <a:spcPct val="100000"/>
              </a:lnSpc>
              <a:spcBef>
                <a:spcPts val="1417"/>
              </a:spcBef>
              <a:buClr>
                <a:srgbClr val="FFFFFF"/>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106" name="PlaceHolder 7"/>
          <p:cNvSpPr>
            <a:spLocks noGrp="1"/>
          </p:cNvSpPr>
          <p:nvPr>
            <p:ph type="body"/>
          </p:nvPr>
        </p:nvSpPr>
        <p:spPr>
          <a:xfrm>
            <a:off x="8051760" y="2904480"/>
            <a:ext cx="3455640" cy="3313440"/>
          </a:xfrm>
          <a:prstGeom prst="rect">
            <a:avLst/>
          </a:prstGeom>
          <a:noFill/>
          <a:ln w="0">
            <a:noFill/>
          </a:ln>
        </p:spPr>
        <p:txBody>
          <a:bodyPr lIns="91440" tIns="45720" rIns="91440" bIns="45720" anchor="t">
            <a:normAutofit fontScale="62500" lnSpcReduction="19999"/>
          </a:bodyPr>
          <a:lstStyle>
            <a:lvl1pPr algn="l">
              <a:lnSpc>
                <a:spcPct val="100000"/>
              </a:lnSpc>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Fifth Outline Level</a:t>
            </a:r>
            <a:endParaRPr lang="en-US" sz="1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Sixth Outline Level</a:t>
            </a:r>
            <a:endParaRPr lang="en-US" sz="1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Seventh Outline Level</a:t>
            </a:r>
            <a:endParaRPr lang="en-US" sz="1400" b="0" u="none" strike="noStrike">
              <a:solidFill>
                <a:srgbClr val="000000"/>
              </a:solidFill>
              <a:effectLst/>
              <a:uFillTx/>
              <a:latin typeface="Arial"/>
            </a:endParaRPr>
          </a:p>
        </p:txBody>
      </p:sp>
      <p:sp>
        <p:nvSpPr>
          <p:cNvPr id="107" name="PlaceHolder 8"/>
          <p:cNvSpPr>
            <a:spLocks noGrp="1"/>
          </p:cNvSpPr>
          <p:nvPr>
            <p:ph type="dt" idx="43"/>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08" name="PlaceHolder 9"/>
          <p:cNvSpPr>
            <a:spLocks noGrp="1"/>
          </p:cNvSpPr>
          <p:nvPr>
            <p:ph type="ftr" idx="44"/>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09" name="PlaceHolder 10"/>
          <p:cNvSpPr>
            <a:spLocks noGrp="1"/>
          </p:cNvSpPr>
          <p:nvPr>
            <p:ph type="sldNum" idx="45"/>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A4F2D647-CAD2-4690-AF88-36D3ADB3A26D}"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bg>
      <p:bgPr>
        <a:solidFill>
          <a:srgbClr val="000000"/>
        </a:solidFill>
      </p:bgPr>
    </p:bg>
    <p:spTree>
      <p:nvGrpSpPr>
        <p:cNvPr id="1" name=""/>
        <p:cNvGrpSpPr/>
        <p:nvPr/>
      </p:nvGrpSpPr>
      <p:grpSpPr>
        <a:xfrm>
          <a:off x="0" y="0"/>
          <a:ext cx="0" cy="0"/>
          <a:chOff x="0" y="0"/>
          <a:chExt cx="0" cy="0"/>
        </a:xfrm>
      </p:grpSpPr>
      <p:pic>
        <p:nvPicPr>
          <p:cNvPr id="110" name="Google Shape;6;p15" descr="C0-HD-TOP.png"/>
          <p:cNvPicPr/>
          <p:nvPr/>
        </p:nvPicPr>
        <p:blipFill>
          <a:blip r:embed="rId2"/>
          <a:stretch/>
        </p:blipFill>
        <p:spPr>
          <a:xfrm>
            <a:off x="0" y="0"/>
            <a:ext cx="12191400" cy="1440720"/>
          </a:xfrm>
          <a:prstGeom prst="rect">
            <a:avLst/>
          </a:prstGeom>
          <a:noFill/>
          <a:ln w="0">
            <a:noFill/>
          </a:ln>
        </p:spPr>
      </p:pic>
      <p:sp>
        <p:nvSpPr>
          <p:cNvPr id="111" name="PlaceHolder 1"/>
          <p:cNvSpPr>
            <a:spLocks noGrp="1"/>
          </p:cNvSpPr>
          <p:nvPr>
            <p:ph type="title"/>
          </p:nvPr>
        </p:nvSpPr>
        <p:spPr>
          <a:xfrm>
            <a:off x="2895480" y="762120"/>
            <a:ext cx="8609760" cy="129456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000" b="0" u="none" strike="noStrike">
                <a:solidFill>
                  <a:srgbClr val="000000"/>
                </a:solidFill>
                <a:effectLst/>
                <a:uFillTx/>
                <a:latin typeface="Arial"/>
              </a:defRPr>
            </a:lvl1pPr>
          </a:lstStyle>
          <a:p>
            <a:pPr indent="0" algn="l">
              <a:lnSpc>
                <a:spcPct val="100000"/>
              </a:lnSpc>
              <a:buNone/>
              <a:tabLst>
                <a:tab pos="0" algn="l"/>
              </a:tabLst>
            </a:pPr>
            <a:r>
              <a:rPr lang="en-US" sz="4000" b="0" u="none" strike="noStrike">
                <a:solidFill>
                  <a:srgbClr val="000000"/>
                </a:solidFill>
                <a:effectLst/>
                <a:uFillTx/>
                <a:latin typeface="Arial"/>
              </a:rPr>
              <a:t>Click to edit the title text format</a:t>
            </a:r>
            <a:endParaRPr lang="en-US" sz="4000" b="0" u="none" strike="noStrike">
              <a:solidFill>
                <a:srgbClr val="000000"/>
              </a:solidFill>
              <a:effectLst/>
              <a:uFillTx/>
              <a:latin typeface="Arial"/>
            </a:endParaRPr>
          </a:p>
        </p:txBody>
      </p:sp>
      <p:sp>
        <p:nvSpPr>
          <p:cNvPr id="112" name="PlaceHolder 2"/>
          <p:cNvSpPr>
            <a:spLocks noGrp="1"/>
          </p:cNvSpPr>
          <p:nvPr>
            <p:ph type="body"/>
          </p:nvPr>
        </p:nvSpPr>
        <p:spPr>
          <a:xfrm>
            <a:off x="688680" y="4191120"/>
            <a:ext cx="3450960" cy="682200"/>
          </a:xfrm>
          <a:prstGeom prst="rect">
            <a:avLst/>
          </a:prstGeom>
          <a:noFill/>
          <a:ln w="0">
            <a:noFill/>
          </a:ln>
        </p:spPr>
        <p:txBody>
          <a:bodyPr lIns="91440" tIns="45720" rIns="91440" bIns="45720" anchor="b">
            <a:noAutofit/>
          </a:bodyPr>
          <a:lstStyle>
            <a:lvl1pPr algn="l">
              <a:lnSpc>
                <a:spcPct val="100000"/>
              </a:lnSpc>
              <a:spcBef>
                <a:spcPts val="1417"/>
              </a:spcBef>
              <a:buClr>
                <a:srgbClr val="FFFFFF"/>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113" name="PlaceHolder 3"/>
          <p:cNvSpPr>
            <a:spLocks noGrp="1"/>
          </p:cNvSpPr>
          <p:nvPr>
            <p:ph type="body"/>
          </p:nvPr>
        </p:nvSpPr>
        <p:spPr>
          <a:xfrm>
            <a:off x="688680" y="2362320"/>
            <a:ext cx="3450960" cy="1523160"/>
          </a:xfrm>
          <a:prstGeom prst="rect">
            <a:avLst/>
          </a:prstGeom>
          <a:noFill/>
          <a:ln w="0">
            <a:noFill/>
          </a:ln>
          <a:effectLst>
            <a:outerShdw dist="50760" dir="5400000" blurRad="50760" rotWithShape="0">
              <a:srgbClr val="000000">
                <a:alpha val="42000"/>
              </a:srgbClr>
            </a:outerShdw>
          </a:effectLst>
        </p:spPr>
        <p:txBody>
          <a:bodyPr lIns="91440" tIns="45720" rIns="91440" bIns="45720" anchor="t">
            <a:normAutofit fontScale="40000" lnSpcReduction="19999"/>
          </a:bodyPr>
          <a:lstStyle>
            <a:lvl1pPr algn="l">
              <a:lnSpc>
                <a:spcPct val="100000"/>
              </a:lnSpc>
              <a:spcBef>
                <a:spcPts val="1417"/>
              </a:spcBef>
              <a:buClr>
                <a:srgbClr val="FFFFFF"/>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864000" lvl="1" indent="-324000" algn="l">
              <a:lnSpc>
                <a:spcPct val="100000"/>
              </a:lnSpc>
              <a:spcBef>
                <a:spcPts val="1134"/>
              </a:spcBef>
              <a:buClr>
                <a:srgbClr val="FFFFFF"/>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296000" lvl="2" indent="-288000" algn="l">
              <a:lnSpc>
                <a:spcPct val="100000"/>
              </a:lnSpc>
              <a:spcBef>
                <a:spcPts val="850"/>
              </a:spcBef>
              <a:buClr>
                <a:srgbClr val="FFFFFF"/>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728000" lvl="3" indent="-216000" algn="l">
              <a:lnSpc>
                <a:spcPct val="100000"/>
              </a:lnSpc>
              <a:spcBef>
                <a:spcPts val="567"/>
              </a:spcBef>
              <a:buClr>
                <a:srgbClr val="FFFFFF"/>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160000" lvl="4" indent="-2160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592000" lvl="5" indent="-2160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024000" lvl="6" indent="-2160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114" name="PlaceHolder 4"/>
          <p:cNvSpPr>
            <a:spLocks noGrp="1"/>
          </p:cNvSpPr>
          <p:nvPr>
            <p:ph type="body"/>
          </p:nvPr>
        </p:nvSpPr>
        <p:spPr>
          <a:xfrm>
            <a:off x="688680" y="4873680"/>
            <a:ext cx="3450960" cy="1344240"/>
          </a:xfrm>
          <a:prstGeom prst="rect">
            <a:avLst/>
          </a:prstGeom>
          <a:noFill/>
          <a:ln w="0">
            <a:noFill/>
          </a:ln>
        </p:spPr>
        <p:txBody>
          <a:bodyPr lIns="91440" tIns="45720" rIns="91440" bIns="45720" anchor="t">
            <a:normAutofit fontScale="25000" lnSpcReduction="19999"/>
          </a:bodyPr>
          <a:lstStyle>
            <a:lvl1pPr algn="l">
              <a:lnSpc>
                <a:spcPct val="100000"/>
              </a:lnSpc>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Fifth Outline Level</a:t>
            </a:r>
            <a:endParaRPr lang="en-US" sz="1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Sixth Outline Level</a:t>
            </a:r>
            <a:endParaRPr lang="en-US" sz="1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Seventh Outline Level</a:t>
            </a:r>
            <a:endParaRPr lang="en-US" sz="1400" b="0" u="none" strike="noStrike">
              <a:solidFill>
                <a:srgbClr val="000000"/>
              </a:solidFill>
              <a:effectLst/>
              <a:uFillTx/>
              <a:latin typeface="Arial"/>
            </a:endParaRPr>
          </a:p>
        </p:txBody>
      </p:sp>
      <p:sp>
        <p:nvSpPr>
          <p:cNvPr id="115" name="PlaceHolder 5"/>
          <p:cNvSpPr>
            <a:spLocks noGrp="1"/>
          </p:cNvSpPr>
          <p:nvPr>
            <p:ph type="body"/>
          </p:nvPr>
        </p:nvSpPr>
        <p:spPr>
          <a:xfrm>
            <a:off x="4374360" y="4191120"/>
            <a:ext cx="3448080" cy="682200"/>
          </a:xfrm>
          <a:prstGeom prst="rect">
            <a:avLst/>
          </a:prstGeom>
          <a:noFill/>
          <a:ln w="0">
            <a:noFill/>
          </a:ln>
        </p:spPr>
        <p:txBody>
          <a:bodyPr lIns="91440" tIns="45720" rIns="91440" bIns="45720" anchor="b">
            <a:noAutofit/>
          </a:bodyPr>
          <a:lstStyle>
            <a:lvl1pPr algn="l">
              <a:lnSpc>
                <a:spcPct val="100000"/>
              </a:lnSpc>
              <a:spcBef>
                <a:spcPts val="1417"/>
              </a:spcBef>
              <a:buClr>
                <a:srgbClr val="FFFFFF"/>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116" name="PlaceHolder 6"/>
          <p:cNvSpPr>
            <a:spLocks noGrp="1"/>
          </p:cNvSpPr>
          <p:nvPr>
            <p:ph type="body"/>
          </p:nvPr>
        </p:nvSpPr>
        <p:spPr>
          <a:xfrm>
            <a:off x="4374360" y="2362320"/>
            <a:ext cx="3448080" cy="1523160"/>
          </a:xfrm>
          <a:prstGeom prst="rect">
            <a:avLst/>
          </a:prstGeom>
          <a:noFill/>
          <a:ln w="0">
            <a:noFill/>
          </a:ln>
          <a:effectLst>
            <a:outerShdw dist="50760" dir="5400000" blurRad="50760" rotWithShape="0">
              <a:srgbClr val="000000">
                <a:alpha val="42000"/>
              </a:srgbClr>
            </a:outerShdw>
          </a:effectLst>
        </p:spPr>
        <p:txBody>
          <a:bodyPr lIns="91440" tIns="45720" rIns="91440" bIns="45720" anchor="t">
            <a:normAutofit fontScale="40000" lnSpcReduction="19999"/>
          </a:bodyPr>
          <a:lstStyle>
            <a:lvl1pPr algn="l">
              <a:lnSpc>
                <a:spcPct val="100000"/>
              </a:lnSpc>
              <a:spcBef>
                <a:spcPts val="1417"/>
              </a:spcBef>
              <a:buClr>
                <a:srgbClr val="FFFFFF"/>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864000" lvl="1" indent="-324000" algn="l">
              <a:lnSpc>
                <a:spcPct val="100000"/>
              </a:lnSpc>
              <a:spcBef>
                <a:spcPts val="1134"/>
              </a:spcBef>
              <a:buClr>
                <a:srgbClr val="FFFFFF"/>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296000" lvl="2" indent="-288000" algn="l">
              <a:lnSpc>
                <a:spcPct val="100000"/>
              </a:lnSpc>
              <a:spcBef>
                <a:spcPts val="850"/>
              </a:spcBef>
              <a:buClr>
                <a:srgbClr val="FFFFFF"/>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728000" lvl="3" indent="-216000" algn="l">
              <a:lnSpc>
                <a:spcPct val="100000"/>
              </a:lnSpc>
              <a:spcBef>
                <a:spcPts val="567"/>
              </a:spcBef>
              <a:buClr>
                <a:srgbClr val="FFFFFF"/>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160000" lvl="4" indent="-2160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592000" lvl="5" indent="-2160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024000" lvl="6" indent="-2160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117" name="PlaceHolder 7"/>
          <p:cNvSpPr>
            <a:spLocks noGrp="1"/>
          </p:cNvSpPr>
          <p:nvPr>
            <p:ph type="body"/>
          </p:nvPr>
        </p:nvSpPr>
        <p:spPr>
          <a:xfrm>
            <a:off x="4374360" y="4873680"/>
            <a:ext cx="3448080" cy="1344240"/>
          </a:xfrm>
          <a:prstGeom prst="rect">
            <a:avLst/>
          </a:prstGeom>
          <a:noFill/>
          <a:ln w="0">
            <a:noFill/>
          </a:ln>
        </p:spPr>
        <p:txBody>
          <a:bodyPr lIns="91440" tIns="45720" rIns="91440" bIns="45720" anchor="t">
            <a:normAutofit fontScale="25000" lnSpcReduction="19999"/>
          </a:bodyPr>
          <a:lstStyle>
            <a:lvl1pPr algn="l">
              <a:lnSpc>
                <a:spcPct val="100000"/>
              </a:lnSpc>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Fifth Outline Level</a:t>
            </a:r>
            <a:endParaRPr lang="en-US" sz="1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Sixth Outline Level</a:t>
            </a:r>
            <a:endParaRPr lang="en-US" sz="1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Seventh Outline Level</a:t>
            </a:r>
            <a:endParaRPr lang="en-US" sz="1400" b="0" u="none" strike="noStrike">
              <a:solidFill>
                <a:srgbClr val="000000"/>
              </a:solidFill>
              <a:effectLst/>
              <a:uFillTx/>
              <a:latin typeface="Arial"/>
            </a:endParaRPr>
          </a:p>
        </p:txBody>
      </p:sp>
      <p:sp>
        <p:nvSpPr>
          <p:cNvPr id="118" name="PlaceHolder 8"/>
          <p:cNvSpPr>
            <a:spLocks noGrp="1"/>
          </p:cNvSpPr>
          <p:nvPr>
            <p:ph type="body"/>
          </p:nvPr>
        </p:nvSpPr>
        <p:spPr>
          <a:xfrm>
            <a:off x="8049600" y="4191120"/>
            <a:ext cx="3455640" cy="682200"/>
          </a:xfrm>
          <a:prstGeom prst="rect">
            <a:avLst/>
          </a:prstGeom>
          <a:noFill/>
          <a:ln w="0">
            <a:noFill/>
          </a:ln>
        </p:spPr>
        <p:txBody>
          <a:bodyPr lIns="91440" tIns="45720" rIns="91440" bIns="45720" anchor="b">
            <a:noAutofit/>
          </a:bodyPr>
          <a:lstStyle>
            <a:lvl1pPr algn="l">
              <a:lnSpc>
                <a:spcPct val="100000"/>
              </a:lnSpc>
              <a:spcBef>
                <a:spcPts val="1417"/>
              </a:spcBef>
              <a:buClr>
                <a:srgbClr val="FFFFFF"/>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119" name="PlaceHolder 9"/>
          <p:cNvSpPr>
            <a:spLocks noGrp="1"/>
          </p:cNvSpPr>
          <p:nvPr>
            <p:ph type="body"/>
          </p:nvPr>
        </p:nvSpPr>
        <p:spPr>
          <a:xfrm>
            <a:off x="8049960" y="2362320"/>
            <a:ext cx="3447000" cy="1523160"/>
          </a:xfrm>
          <a:prstGeom prst="rect">
            <a:avLst/>
          </a:prstGeom>
          <a:noFill/>
          <a:ln w="0">
            <a:noFill/>
          </a:ln>
          <a:effectLst>
            <a:outerShdw dist="50760" dir="5400000" blurRad="50760" rotWithShape="0">
              <a:srgbClr val="000000">
                <a:alpha val="42000"/>
              </a:srgbClr>
            </a:outerShdw>
          </a:effectLst>
        </p:spPr>
        <p:txBody>
          <a:bodyPr lIns="91440" tIns="45720" rIns="91440" bIns="45720" anchor="t">
            <a:normAutofit fontScale="40000" lnSpcReduction="19999"/>
          </a:bodyPr>
          <a:lstStyle>
            <a:lvl1pPr algn="l">
              <a:lnSpc>
                <a:spcPct val="100000"/>
              </a:lnSpc>
              <a:spcBef>
                <a:spcPts val="1417"/>
              </a:spcBef>
              <a:buClr>
                <a:srgbClr val="FFFFFF"/>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600" b="0" u="none" strike="noStrike">
                <a:solidFill>
                  <a:srgbClr val="000000"/>
                </a:solidFill>
                <a:effectLst/>
                <a:uFillTx/>
                <a:latin typeface="Arial"/>
              </a:defRPr>
            </a:lvl7pPr>
          </a:lstStyle>
          <a:p>
            <a:pPr marL="432000" indent="-324000" algn="l">
              <a:lnSpc>
                <a:spcPct val="100000"/>
              </a:lnSpc>
              <a:spcBef>
                <a:spcPts val="1417"/>
              </a:spcBef>
              <a:buClr>
                <a:srgbClr val="FFFFFF"/>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864000" lvl="1" indent="-324000" algn="l">
              <a:lnSpc>
                <a:spcPct val="100000"/>
              </a:lnSpc>
              <a:spcBef>
                <a:spcPts val="1134"/>
              </a:spcBef>
              <a:buClr>
                <a:srgbClr val="FFFFFF"/>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296000" lvl="2" indent="-288000" algn="l">
              <a:lnSpc>
                <a:spcPct val="100000"/>
              </a:lnSpc>
              <a:spcBef>
                <a:spcPts val="850"/>
              </a:spcBef>
              <a:buClr>
                <a:srgbClr val="FFFFFF"/>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728000" lvl="3" indent="-216000" algn="l">
              <a:lnSpc>
                <a:spcPct val="100000"/>
              </a:lnSpc>
              <a:spcBef>
                <a:spcPts val="567"/>
              </a:spcBef>
              <a:buClr>
                <a:srgbClr val="FFFFFF"/>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160000" lvl="4" indent="-2160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592000" lvl="5" indent="-2160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024000" lvl="6" indent="-216000" algn="l">
              <a:lnSpc>
                <a:spcPct val="100000"/>
              </a:lnSpc>
              <a:spcBef>
                <a:spcPts val="283"/>
              </a:spcBef>
              <a:buClr>
                <a:srgbClr val="FFFFFF"/>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120" name="PlaceHolder 10"/>
          <p:cNvSpPr>
            <a:spLocks noGrp="1"/>
          </p:cNvSpPr>
          <p:nvPr>
            <p:ph type="body"/>
          </p:nvPr>
        </p:nvSpPr>
        <p:spPr>
          <a:xfrm>
            <a:off x="8049600" y="4873680"/>
            <a:ext cx="3451680" cy="1344240"/>
          </a:xfrm>
          <a:prstGeom prst="rect">
            <a:avLst/>
          </a:prstGeom>
          <a:noFill/>
          <a:ln w="0">
            <a:noFill/>
          </a:ln>
        </p:spPr>
        <p:txBody>
          <a:bodyPr lIns="91440" tIns="45720" rIns="91440" bIns="45720" anchor="t">
            <a:normAutofit fontScale="25000" lnSpcReduction="19999"/>
          </a:bodyPr>
          <a:lstStyle>
            <a:lvl1pPr algn="l">
              <a:lnSpc>
                <a:spcPct val="100000"/>
              </a:lnSpc>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1400" b="0" u="none" strike="noStrike">
                <a:solidFill>
                  <a:srgbClr val="000000"/>
                </a:solidFill>
                <a:effectLst/>
                <a:uFillTx/>
                <a:latin typeface="Arial"/>
              </a:defRPr>
            </a:lvl7pPr>
          </a:lstStyle>
          <a:p>
            <a:pPr marL="457200" indent="-228600" algn="l">
              <a:lnSpc>
                <a:spcPct val="100000"/>
              </a:lnSpc>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914400" lvl="1" indent="-228600" algn="l">
              <a:lnSpc>
                <a:spcPct val="100000"/>
              </a:lnSpc>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371600" lvl="2" indent="-228600" algn="l">
              <a:lnSpc>
                <a:spcPct val="100000"/>
              </a:lnSpc>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828800" lvl="3" indent="-228600" algn="l">
              <a:lnSpc>
                <a:spcPct val="100000"/>
              </a:lnSpc>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286000" lvl="4"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Fifth Outline Level</a:t>
            </a:r>
            <a:endParaRPr lang="en-US" sz="1400" b="0" u="none" strike="noStrike">
              <a:solidFill>
                <a:srgbClr val="000000"/>
              </a:solidFill>
              <a:effectLst/>
              <a:uFillTx/>
              <a:latin typeface="Arial"/>
            </a:endParaRPr>
          </a:p>
          <a:p>
            <a:pPr marL="2743200" lvl="5"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Sixth Outline Level</a:t>
            </a:r>
            <a:endParaRPr lang="en-US" sz="1400" b="0" u="none" strike="noStrike">
              <a:solidFill>
                <a:srgbClr val="000000"/>
              </a:solidFill>
              <a:effectLst/>
              <a:uFillTx/>
              <a:latin typeface="Arial"/>
            </a:endParaRPr>
          </a:p>
          <a:p>
            <a:pPr marL="3200400" lvl="6" indent="-228600" algn="l">
              <a:lnSpc>
                <a:spcPct val="100000"/>
              </a:lnSpc>
              <a:spcBef>
                <a:spcPts val="283"/>
              </a:spcBef>
              <a:buClr>
                <a:srgbClr val="FFFFFF"/>
              </a:buClr>
              <a:buSzPct val="45000"/>
              <a:buFont typeface="Wingdings" charset="2"/>
              <a:buChar char=""/>
            </a:pPr>
            <a:r>
              <a:rPr lang="en-US" sz="1400" b="0" u="none" strike="noStrike">
                <a:solidFill>
                  <a:srgbClr val="000000"/>
                </a:solidFill>
                <a:effectLst/>
                <a:uFillTx/>
                <a:latin typeface="Arial"/>
              </a:rPr>
              <a:t>Seventh Outline Level</a:t>
            </a:r>
            <a:endParaRPr lang="en-US" sz="1400" b="0" u="none" strike="noStrike">
              <a:solidFill>
                <a:srgbClr val="000000"/>
              </a:solidFill>
              <a:effectLst/>
              <a:uFillTx/>
              <a:latin typeface="Arial"/>
            </a:endParaRPr>
          </a:p>
        </p:txBody>
      </p:sp>
      <p:sp>
        <p:nvSpPr>
          <p:cNvPr id="121" name="PlaceHolder 11"/>
          <p:cNvSpPr>
            <a:spLocks noGrp="1"/>
          </p:cNvSpPr>
          <p:nvPr>
            <p:ph type="dt" idx="46"/>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22" name="PlaceHolder 12"/>
          <p:cNvSpPr>
            <a:spLocks noGrp="1"/>
          </p:cNvSpPr>
          <p:nvPr>
            <p:ph type="ftr" idx="47"/>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23" name="PlaceHolder 13"/>
          <p:cNvSpPr>
            <a:spLocks noGrp="1"/>
          </p:cNvSpPr>
          <p:nvPr>
            <p:ph type="sldNum" idx="48"/>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3EC9BB4A-E9A4-4A33-BE5E-268AF6D78CC5}"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rgbClr val="000000"/>
        </a:solidFill>
      </p:bgPr>
    </p:bg>
    <p:spTree>
      <p:nvGrpSpPr>
        <p:cNvPr id="1" name=""/>
        <p:cNvGrpSpPr/>
        <p:nvPr/>
      </p:nvGrpSpPr>
      <p:grpSpPr>
        <a:xfrm>
          <a:off x="0" y="0"/>
          <a:ext cx="0" cy="0"/>
          <a:chOff x="0" y="0"/>
          <a:chExt cx="0" cy="0"/>
        </a:xfrm>
      </p:grpSpPr>
      <p:pic>
        <p:nvPicPr>
          <p:cNvPr id="124" name="Google Shape;6;p15" descr="C0-HD-TOP.png"/>
          <p:cNvPicPr/>
          <p:nvPr/>
        </p:nvPicPr>
        <p:blipFill>
          <a:blip r:embed="rId2"/>
          <a:stretch/>
        </p:blipFill>
        <p:spPr>
          <a:xfrm>
            <a:off x="0" y="0"/>
            <a:ext cx="12191400" cy="1440720"/>
          </a:xfrm>
          <a:prstGeom prst="rect">
            <a:avLst/>
          </a:prstGeom>
          <a:noFill/>
          <a:ln w="0">
            <a:noFill/>
          </a:ln>
        </p:spPr>
      </p:pic>
      <p:sp>
        <p:nvSpPr>
          <p:cNvPr id="125"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000" b="0" u="none" strike="noStrike">
                <a:solidFill>
                  <a:srgbClr val="000000"/>
                </a:solidFill>
                <a:effectLst/>
                <a:uFillTx/>
                <a:latin typeface="Arial"/>
              </a:defRPr>
            </a:lvl1pPr>
          </a:lstStyle>
          <a:p>
            <a:pPr indent="0" algn="l">
              <a:lnSpc>
                <a:spcPct val="100000"/>
              </a:lnSpc>
              <a:buNone/>
              <a:tabLst>
                <a:tab pos="0" algn="l"/>
              </a:tabLst>
            </a:pPr>
            <a:r>
              <a:rPr lang="en-US" sz="4000" b="0" u="none" strike="noStrike">
                <a:solidFill>
                  <a:srgbClr val="000000"/>
                </a:solidFill>
                <a:effectLst/>
                <a:uFillTx/>
                <a:latin typeface="Arial"/>
              </a:rPr>
              <a:t>Click to edit the title text format</a:t>
            </a:r>
            <a:endParaRPr lang="en-US" sz="4000" b="0" u="none" strike="noStrike">
              <a:solidFill>
                <a:srgbClr val="000000"/>
              </a:solidFill>
              <a:effectLst/>
              <a:uFillTx/>
              <a:latin typeface="Arial"/>
            </a:endParaRPr>
          </a:p>
        </p:txBody>
      </p:sp>
      <p:sp>
        <p:nvSpPr>
          <p:cNvPr id="126" name="PlaceHolder 2"/>
          <p:cNvSpPr>
            <a:spLocks noGrp="1"/>
          </p:cNvSpPr>
          <p:nvPr>
            <p:ph type="body"/>
          </p:nvPr>
        </p:nvSpPr>
        <p:spPr>
          <a:xfrm rot="5400000">
            <a:off x="4084560" y="-1203120"/>
            <a:ext cx="4023360" cy="10819800"/>
          </a:xfrm>
          <a:prstGeom prst="rect">
            <a:avLst/>
          </a:prstGeom>
          <a:noFill/>
          <a:ln w="0">
            <a:noFill/>
          </a:ln>
        </p:spPr>
        <p:txBody>
          <a:bodyPr lIns="91440" tIns="45720" rIns="91440" bIns="45720" anchor="t">
            <a:normAutofit/>
          </a:bodyPr>
          <a:lstStyle>
            <a:lvl1pPr algn="l">
              <a:lnSpc>
                <a:spcPct val="100000"/>
              </a:lnSpc>
              <a:spcBef>
                <a:spcPts val="1417"/>
              </a:spcBef>
              <a:buClr>
                <a:srgbClr val="FFFFFF"/>
              </a:buClr>
              <a:buSzPct val="45000"/>
              <a:buFont typeface="Wingdings" charset="2"/>
              <a:buChar char=""/>
              <a:defRPr lang="en-US" sz="2200" b="0" u="none" strike="noStrike">
                <a:solidFill>
                  <a:srgbClr val="000000"/>
                </a:solidFill>
                <a:effectLst/>
                <a:uFillTx/>
                <a:latin typeface="Arial"/>
              </a:defRPr>
            </a:lvl1pPr>
            <a:lvl2pPr lvl="1" algn="l">
              <a:lnSpc>
                <a:spcPct val="100000"/>
              </a:lnSpc>
              <a:spcBef>
                <a:spcPts val="1134"/>
              </a:spcBef>
              <a:buClr>
                <a:srgbClr val="FFFFFF"/>
              </a:buClr>
              <a:buSzPct val="75000"/>
              <a:buFont typeface="Symbol" charset="2"/>
              <a:buChar char=""/>
              <a:defRPr lang="en-US" sz="2200" b="0" u="none" strike="noStrike">
                <a:solidFill>
                  <a:srgbClr val="000000"/>
                </a:solidFill>
                <a:effectLst/>
                <a:uFillTx/>
                <a:latin typeface="Arial"/>
              </a:defRPr>
            </a:lvl2pPr>
            <a:lvl3pPr lvl="2" algn="l">
              <a:lnSpc>
                <a:spcPct val="100000"/>
              </a:lnSpc>
              <a:spcBef>
                <a:spcPts val="850"/>
              </a:spcBef>
              <a:buClr>
                <a:srgbClr val="FFFFFF"/>
              </a:buClr>
              <a:buSzPct val="45000"/>
              <a:buFont typeface="Wingdings" charset="2"/>
              <a:buChar char=""/>
              <a:defRPr lang="en-US" sz="2200" b="0" u="none" strike="noStrike">
                <a:solidFill>
                  <a:srgbClr val="000000"/>
                </a:solidFill>
                <a:effectLst/>
                <a:uFillTx/>
                <a:latin typeface="Arial"/>
              </a:defRPr>
            </a:lvl3pPr>
            <a:lvl4pPr lvl="3" algn="l">
              <a:lnSpc>
                <a:spcPct val="100000"/>
              </a:lnSpc>
              <a:spcBef>
                <a:spcPts val="567"/>
              </a:spcBef>
              <a:buClr>
                <a:srgbClr val="FFFFFF"/>
              </a:buClr>
              <a:buSzPct val="75000"/>
              <a:buFont typeface="Symbol" charset="2"/>
              <a:buChar char=""/>
              <a:defRPr lang="en-US" sz="2200" b="0" u="none" strike="noStrike">
                <a:solidFill>
                  <a:srgbClr val="000000"/>
                </a:solidFill>
                <a:effectLst/>
                <a:uFillTx/>
                <a:latin typeface="Arial"/>
              </a:defRPr>
            </a:lvl4pPr>
            <a:lvl5pPr lvl="4"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5pPr>
            <a:lvl6pPr lvl="5"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6pPr>
            <a:lvl7pPr lvl="6" algn="l">
              <a:lnSpc>
                <a:spcPct val="100000"/>
              </a:lnSpc>
              <a:spcBef>
                <a:spcPts val="283"/>
              </a:spcBef>
              <a:buClr>
                <a:srgbClr val="FFFFFF"/>
              </a:buClr>
              <a:buSzPct val="45000"/>
              <a:buFont typeface="Wingdings" charset="2"/>
              <a:buChar char=""/>
              <a:defRPr lang="en-US" sz="2200" b="0" u="none" strike="noStrike">
                <a:solidFill>
                  <a:srgbClr val="000000"/>
                </a:solidFill>
                <a:effectLst/>
                <a:uFillTx/>
                <a:latin typeface="Arial"/>
              </a:defRPr>
            </a:lvl7pPr>
          </a:lstStyle>
          <a:p>
            <a:pPr marL="457200" indent="-343080" algn="l">
              <a:lnSpc>
                <a:spcPct val="100000"/>
              </a:lnSpc>
              <a:spcBef>
                <a:spcPts val="1417"/>
              </a:spcBef>
              <a:buClr>
                <a:srgbClr val="FFFFFF"/>
              </a:buClr>
              <a:buSzPct val="45000"/>
              <a:buFont typeface="Wingdings" charset="2"/>
              <a:buChar char=""/>
            </a:pPr>
            <a:r>
              <a:rPr lang="en-US" sz="2200" b="0" u="none" strike="noStrike">
                <a:solidFill>
                  <a:srgbClr val="000000"/>
                </a:solidFill>
                <a:effectLst/>
                <a:uFillTx/>
                <a:latin typeface="Arial"/>
              </a:rPr>
              <a:t>Click to edit the outline text format</a:t>
            </a:r>
            <a:endParaRPr lang="en-US" sz="2200" b="0" u="none" strike="noStrike">
              <a:solidFill>
                <a:srgbClr val="000000"/>
              </a:solidFill>
              <a:effectLst/>
              <a:uFillTx/>
              <a:latin typeface="Arial"/>
            </a:endParaRPr>
          </a:p>
          <a:p>
            <a:pPr marL="914400" lvl="1" indent="-343080" algn="l">
              <a:lnSpc>
                <a:spcPct val="100000"/>
              </a:lnSpc>
              <a:spcBef>
                <a:spcPts val="1134"/>
              </a:spcBef>
              <a:buClr>
                <a:srgbClr val="FFFFFF"/>
              </a:buClr>
              <a:buSzPct val="75000"/>
              <a:buFont typeface="Symbol" charset="2"/>
              <a:buChar char=""/>
            </a:pPr>
            <a:r>
              <a:rPr lang="en-US" sz="2200" b="0" u="none" strike="noStrike">
                <a:solidFill>
                  <a:srgbClr val="000000"/>
                </a:solidFill>
                <a:effectLst/>
                <a:uFillTx/>
                <a:latin typeface="Arial"/>
              </a:rPr>
              <a:t>Second Outline Level</a:t>
            </a:r>
            <a:endParaRPr lang="en-US" sz="2200" b="0" u="none" strike="noStrike">
              <a:solidFill>
                <a:srgbClr val="000000"/>
              </a:solidFill>
              <a:effectLst/>
              <a:uFillTx/>
              <a:latin typeface="Arial"/>
            </a:endParaRPr>
          </a:p>
          <a:p>
            <a:pPr marL="1371600" lvl="2" indent="-343080" algn="l">
              <a:lnSpc>
                <a:spcPct val="100000"/>
              </a:lnSpc>
              <a:spcBef>
                <a:spcPts val="850"/>
              </a:spcBef>
              <a:buClr>
                <a:srgbClr val="FFFFFF"/>
              </a:buClr>
              <a:buSzPct val="45000"/>
              <a:buFont typeface="Wingdings" charset="2"/>
              <a:buChar char=""/>
            </a:pPr>
            <a:r>
              <a:rPr lang="en-US" sz="2200" b="0" u="none" strike="noStrike">
                <a:solidFill>
                  <a:srgbClr val="000000"/>
                </a:solidFill>
                <a:effectLst/>
                <a:uFillTx/>
                <a:latin typeface="Arial"/>
              </a:rPr>
              <a:t>Third Outline Level</a:t>
            </a:r>
            <a:endParaRPr lang="en-US" sz="2200" b="0" u="none" strike="noStrike">
              <a:solidFill>
                <a:srgbClr val="000000"/>
              </a:solidFill>
              <a:effectLst/>
              <a:uFillTx/>
              <a:latin typeface="Arial"/>
            </a:endParaRPr>
          </a:p>
          <a:p>
            <a:pPr marL="1828800" lvl="3" indent="-343080" algn="l">
              <a:lnSpc>
                <a:spcPct val="100000"/>
              </a:lnSpc>
              <a:spcBef>
                <a:spcPts val="567"/>
              </a:spcBef>
              <a:buClr>
                <a:srgbClr val="FFFFFF"/>
              </a:buClr>
              <a:buSzPct val="75000"/>
              <a:buFont typeface="Symbol" charset="2"/>
              <a:buChar char=""/>
            </a:pPr>
            <a:r>
              <a:rPr lang="en-US" sz="2200" b="0" u="none" strike="noStrike">
                <a:solidFill>
                  <a:srgbClr val="000000"/>
                </a:solidFill>
                <a:effectLst/>
                <a:uFillTx/>
                <a:latin typeface="Arial"/>
              </a:rPr>
              <a:t>Fourth Outline Level</a:t>
            </a:r>
            <a:endParaRPr lang="en-US" sz="2200" b="0" u="none" strike="noStrike">
              <a:solidFill>
                <a:srgbClr val="000000"/>
              </a:solidFill>
              <a:effectLst/>
              <a:uFillTx/>
              <a:latin typeface="Arial"/>
            </a:endParaRPr>
          </a:p>
          <a:p>
            <a:pPr marL="2286000" lvl="4"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Fifth Outline Level</a:t>
            </a:r>
            <a:endParaRPr lang="en-US" sz="2200" b="0" u="none" strike="noStrike">
              <a:solidFill>
                <a:srgbClr val="000000"/>
              </a:solidFill>
              <a:effectLst/>
              <a:uFillTx/>
              <a:latin typeface="Arial"/>
            </a:endParaRPr>
          </a:p>
          <a:p>
            <a:pPr marL="2743200" lvl="5"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Sixth Outline Level</a:t>
            </a:r>
            <a:endParaRPr lang="en-US" sz="2200" b="0" u="none" strike="noStrike">
              <a:solidFill>
                <a:srgbClr val="000000"/>
              </a:solidFill>
              <a:effectLst/>
              <a:uFillTx/>
              <a:latin typeface="Arial"/>
            </a:endParaRPr>
          </a:p>
          <a:p>
            <a:pPr marL="3200400" lvl="6" indent="-343080" algn="l">
              <a:lnSpc>
                <a:spcPct val="100000"/>
              </a:lnSpc>
              <a:spcBef>
                <a:spcPts val="283"/>
              </a:spcBef>
              <a:buClr>
                <a:srgbClr val="FFFFFF"/>
              </a:buClr>
              <a:buSzPct val="45000"/>
              <a:buFont typeface="Wingdings" charset="2"/>
              <a:buChar char=""/>
            </a:pPr>
            <a:r>
              <a:rPr lang="en-US" sz="2200" b="0" u="none" strike="noStrike">
                <a:solidFill>
                  <a:srgbClr val="000000"/>
                </a:solidFill>
                <a:effectLst/>
                <a:uFillTx/>
                <a:latin typeface="Arial"/>
              </a:rPr>
              <a:t>Seventh Outline Level</a:t>
            </a:r>
            <a:endParaRPr lang="en-US" sz="2200" b="0" u="none" strike="noStrike">
              <a:solidFill>
                <a:srgbClr val="000000"/>
              </a:solidFill>
              <a:effectLst/>
              <a:uFillTx/>
              <a:latin typeface="Arial"/>
            </a:endParaRPr>
          </a:p>
        </p:txBody>
      </p:sp>
      <p:sp>
        <p:nvSpPr>
          <p:cNvPr id="127" name="PlaceHolder 3"/>
          <p:cNvSpPr>
            <a:spLocks noGrp="1"/>
          </p:cNvSpPr>
          <p:nvPr>
            <p:ph type="dt" idx="49"/>
          </p:nvPr>
        </p:nvSpPr>
        <p:spPr>
          <a:xfrm>
            <a:off x="8595360" y="6356520"/>
            <a:ext cx="291024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FFFFFF"/>
                </a:solidFill>
                <a:effectLst/>
                <a:uFillTx/>
                <a:latin typeface="Times New Roman"/>
              </a:defRPr>
            </a:lvl1pPr>
          </a:lstStyle>
          <a:p>
            <a:pPr indent="0" algn="l">
              <a:lnSpc>
                <a:spcPct val="100000"/>
              </a:lnSpc>
              <a:buNone/>
              <a:tabLst>
                <a:tab pos="0" algn="l"/>
              </a:tabLst>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
        <p:nvSpPr>
          <p:cNvPr id="128" name="PlaceHolder 4"/>
          <p:cNvSpPr>
            <a:spLocks noGrp="1"/>
          </p:cNvSpPr>
          <p:nvPr>
            <p:ph type="ftr" idx="50"/>
          </p:nvPr>
        </p:nvSpPr>
        <p:spPr>
          <a:xfrm>
            <a:off x="685800" y="6355800"/>
            <a:ext cx="77716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FFFFFF"/>
                </a:solidFill>
                <a:effectLst/>
                <a:uFillTx/>
                <a:latin typeface="Times New Roman"/>
              </a:defRPr>
            </a:lvl1pPr>
          </a:lstStyle>
          <a:p>
            <a:pPr indent="0" algn="ctr">
              <a:lnSpc>
                <a:spcPct val="100000"/>
              </a:lnSpc>
              <a:buNone/>
              <a:tabLst>
                <a:tab pos="0" algn="l"/>
              </a:tabLst>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29" name="PlaceHolder 5"/>
          <p:cNvSpPr>
            <a:spLocks noGrp="1"/>
          </p:cNvSpPr>
          <p:nvPr>
            <p:ph type="sldNum" idx="51"/>
          </p:nvPr>
        </p:nvSpPr>
        <p:spPr>
          <a:xfrm>
            <a:off x="8763120" y="38088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050" b="0" u="none" strike="noStrike">
                <a:solidFill>
                  <a:schemeClr val="lt1"/>
                </a:solidFill>
                <a:effectLst/>
                <a:uFillTx/>
                <a:latin typeface="Century Gothic"/>
                <a:ea typeface="Century Gothic"/>
              </a:defRPr>
            </a:lvl1pPr>
          </a:lstStyle>
          <a:p>
            <a:pPr indent="0" algn="r">
              <a:lnSpc>
                <a:spcPct val="100000"/>
              </a:lnSpc>
              <a:buNone/>
              <a:tabLst>
                <a:tab pos="0" algn="l"/>
              </a:tabLst>
            </a:pPr>
            <a:fld id="{EB9F9702-544E-4417-9853-354A3F76FF0D}" type="slidenum">
              <a:rPr lang="en-US" sz="1050" b="0" u="none" strike="noStrike">
                <a:solidFill>
                  <a:schemeClr val="lt1"/>
                </a:solidFill>
                <a:effectLst/>
                <a:uFillTx/>
                <a:latin typeface="Century Gothic"/>
                <a:ea typeface="Century Gothic"/>
              </a:rPr>
              <a:t>&lt;number&gt;</a:t>
            </a:fld>
            <a:endParaRPr lang="en-US" sz="1050" b="0" u="none" strike="noStrik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1371600" y="1790280"/>
            <a:ext cx="9448200" cy="1824480"/>
          </a:xfrm>
          <a:prstGeom prst="rect">
            <a:avLst/>
          </a:prstGeom>
          <a:noFill/>
          <a:ln w="0">
            <a:noFill/>
          </a:ln>
        </p:spPr>
        <p:txBody>
          <a:bodyPr lIns="91440" tIns="45720" rIns="91440" bIns="45720" anchor="b">
            <a:normAutofit/>
          </a:bodyPr>
          <a:p>
            <a:pPr indent="0" algn="l">
              <a:lnSpc>
                <a:spcPct val="90000"/>
              </a:lnSpc>
              <a:buNone/>
              <a:tabLst>
                <a:tab pos="0" algn="l"/>
              </a:tabLst>
            </a:pPr>
            <a:r>
              <a:rPr lang="en-US" sz="6000" b="0" u="none" strike="noStrike">
                <a:solidFill>
                  <a:schemeClr val="lt1"/>
                </a:solidFill>
                <a:effectLst/>
                <a:uFillTx/>
                <a:latin typeface="Century Gothic"/>
                <a:ea typeface="Century Gothic"/>
              </a:rPr>
              <a:t>Green Pace</a:t>
            </a:r>
            <a:endParaRPr lang="en-US" sz="6000" b="0" u="none" strike="noStrike">
              <a:solidFill>
                <a:srgbClr val="000000"/>
              </a:solidFill>
              <a:effectLst/>
              <a:uFillTx/>
              <a:latin typeface="Arial"/>
            </a:endParaRPr>
          </a:p>
        </p:txBody>
      </p:sp>
      <p:sp>
        <p:nvSpPr>
          <p:cNvPr id="137" name="PlaceHolder 2"/>
          <p:cNvSpPr>
            <a:spLocks noGrp="1"/>
          </p:cNvSpPr>
          <p:nvPr>
            <p:ph type="subTitle"/>
          </p:nvPr>
        </p:nvSpPr>
        <p:spPr>
          <a:xfrm>
            <a:off x="1371600" y="3632040"/>
            <a:ext cx="9448200" cy="1560960"/>
          </a:xfrm>
          <a:prstGeom prst="rect">
            <a:avLst/>
          </a:prstGeom>
          <a:noFill/>
          <a:ln w="0">
            <a:noFill/>
          </a:ln>
        </p:spPr>
        <p:txBody>
          <a:bodyPr lIns="91440" tIns="45720" rIns="91440" bIns="45720" anchor="t">
            <a:normAutofit/>
          </a:bodyPr>
          <a:p>
            <a:pPr marL="457200" indent="-368280" algn="l">
              <a:lnSpc>
                <a:spcPct val="90000"/>
              </a:lnSpc>
              <a:spcBef>
                <a:spcPts val="1001"/>
              </a:spcBef>
              <a:spcAft>
                <a:spcPts val="400"/>
              </a:spcAft>
              <a:buNone/>
              <a:tabLst>
                <a:tab pos="0" algn="l"/>
              </a:tabLst>
            </a:pPr>
            <a:r>
              <a:rPr lang="en-US" sz="2100" b="0" u="none" strike="noStrike">
                <a:solidFill>
                  <a:srgbClr val="F7FAFA"/>
                </a:solidFill>
                <a:effectLst/>
                <a:uFillTx/>
                <a:latin typeface="Arial"/>
                <a:ea typeface="Century Gothic"/>
              </a:rPr>
              <a:t>Security Policy Presentation</a:t>
            </a:r>
            <a:endParaRPr lang="en-US" sz="2100" b="0" u="none" strike="noStrike">
              <a:solidFill>
                <a:srgbClr val="FFFFFF"/>
              </a:solidFill>
              <a:effectLst/>
              <a:uFillTx/>
              <a:latin typeface="Arial"/>
            </a:endParaRPr>
          </a:p>
          <a:p>
            <a:pPr marL="457200" indent="-368280" algn="l">
              <a:lnSpc>
                <a:spcPct val="90000"/>
              </a:lnSpc>
              <a:spcBef>
                <a:spcPts val="1001"/>
              </a:spcBef>
              <a:spcAft>
                <a:spcPts val="400"/>
              </a:spcAft>
              <a:buNone/>
              <a:tabLst>
                <a:tab pos="0" algn="l"/>
              </a:tabLst>
            </a:pPr>
            <a:r>
              <a:rPr lang="en-US" sz="2100" b="0" u="none" strike="noStrike">
                <a:solidFill>
                  <a:srgbClr val="F7FAFA"/>
                </a:solidFill>
                <a:effectLst/>
                <a:uFillTx/>
                <a:latin typeface="Arial"/>
                <a:ea typeface="Century Gothic"/>
              </a:rPr>
              <a:t>Developer: Brandon Canady</a:t>
            </a:r>
            <a:endParaRPr lang="en-US" sz="2100" b="0" u="none" strike="noStrike">
              <a:solidFill>
                <a:srgbClr val="FFFFFF"/>
              </a:solidFill>
              <a:effectLst/>
              <a:uFillTx/>
              <a:latin typeface="Arial"/>
            </a:endParaRPr>
          </a:p>
          <a:p>
            <a:pPr marL="457200" indent="-368280" algn="l">
              <a:lnSpc>
                <a:spcPct val="90000"/>
              </a:lnSpc>
              <a:spcBef>
                <a:spcPts val="1001"/>
              </a:spcBef>
              <a:spcAft>
                <a:spcPts val="400"/>
              </a:spcAft>
              <a:buNone/>
              <a:tabLst>
                <a:tab pos="0" algn="l"/>
              </a:tabLst>
            </a:pPr>
            <a:r>
              <a:rPr lang="en-US" sz="2100" b="0" u="none" strike="noStrike">
                <a:solidFill>
                  <a:srgbClr val="F7FAFA"/>
                </a:solidFill>
                <a:effectLst/>
                <a:uFillTx/>
                <a:latin typeface="Arial"/>
                <a:ea typeface="Century Gothic"/>
              </a:rPr>
              <a:t>CS 405 • Project Two • October 2026</a:t>
            </a:r>
            <a:endParaRPr lang="en-US" sz="2100" b="0" u="none" strike="noStrike">
              <a:solidFill>
                <a:srgbClr val="FFFFFF"/>
              </a:solidFill>
              <a:effectLst/>
              <a:uFillTx/>
              <a:latin typeface="Arial"/>
            </a:endParaRPr>
          </a:p>
        </p:txBody>
      </p:sp>
      <p:pic>
        <p:nvPicPr>
          <p:cNvPr id="138" name="Google Shape;146;p1" descr="Green Pace logo"/>
          <p:cNvPicPr/>
          <p:nvPr/>
        </p:nvPicPr>
        <p:blipFill>
          <a:blip r:embed="rId1"/>
          <a:stretch/>
        </p:blipFill>
        <p:spPr>
          <a:xfrm>
            <a:off x="7440840" y="659880"/>
            <a:ext cx="2920680" cy="37861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OVERVIEW: DEFENSE IN DEPTH</a:t>
            </a:r>
            <a:endParaRPr lang="en-US" sz="4000" b="0" u="none" strike="noStrike">
              <a:solidFill>
                <a:srgbClr val="000000"/>
              </a:solidFill>
              <a:effectLst/>
              <a:uFillTx/>
              <a:latin typeface="Arial"/>
            </a:endParaRPr>
          </a:p>
        </p:txBody>
      </p:sp>
      <p:sp>
        <p:nvSpPr>
          <p:cNvPr id="140"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141"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nvPr/>
        </p:nvPicPr>
        <p:blipFill>
          <a:blip r:embed="rId1"/>
          <a:stretch/>
        </p:blipFill>
        <p:spPr>
          <a:xfrm>
            <a:off x="3160800" y="2839320"/>
            <a:ext cx="6452640" cy="3796560"/>
          </a:xfrm>
          <a:prstGeom prst="rect">
            <a:avLst/>
          </a:prstGeom>
          <a:noFill/>
          <a:ln w="0">
            <a:noFill/>
          </a:ln>
        </p:spPr>
      </p:pic>
      <p:pic>
        <p:nvPicPr>
          <p:cNvPr id="142" name="Google Shape;154;p3" descr="Green Pace logo"/>
          <p:cNvPicPr/>
          <p:nvPr/>
        </p:nvPicPr>
        <p:blipFill>
          <a:blip r:embed="rId2"/>
          <a:stretch/>
        </p:blipFill>
        <p:spPr>
          <a:xfrm>
            <a:off x="11084040" y="5440680"/>
            <a:ext cx="885960" cy="1148400"/>
          </a:xfrm>
          <a:prstGeom prst="rect">
            <a:avLst/>
          </a:prstGeom>
          <a:noFill/>
          <a:ln w="0">
            <a:noFill/>
          </a:ln>
        </p:spPr>
      </p:pic>
      <p:sp>
        <p:nvSpPr>
          <p:cNvPr id="143" name="TextBox 154"/>
          <p:cNvSpPr/>
          <p:nvPr/>
        </p:nvSpPr>
        <p:spPr>
          <a:xfrm>
            <a:off x="713160" y="2002680"/>
            <a:ext cx="10880640" cy="758160"/>
          </a:xfrm>
          <a:prstGeom prst="rect">
            <a:avLst/>
          </a:prstGeom>
          <a:noFill/>
          <a:ln w="0">
            <a:noFill/>
          </a:ln>
        </p:spPr>
        <p:style>
          <a:lnRef idx="0"/>
          <a:fillRef idx="0"/>
          <a:effectRef idx="0"/>
          <a:fontRef idx="minor"/>
        </p:style>
        <p:txBody>
          <a:bodyPr lIns="27360" tIns="36720" rIns="45720" bIns="27360" anchor="t">
            <a:spAutoFit/>
          </a:bodyPr>
          <a:p>
            <a:pPr>
              <a:lnSpc>
                <a:spcPct val="110000"/>
              </a:lnSpc>
              <a:spcAft>
                <a:spcPts val="201"/>
              </a:spcAft>
            </a:pPr>
            <a:r>
              <a:rPr lang="en-US" sz="1640" b="0" u="none" strike="noStrike">
                <a:solidFill>
                  <a:srgbClr val="F7FAFA"/>
                </a:solidFill>
                <a:effectLst/>
                <a:uFillTx/>
                <a:latin typeface="Arial"/>
                <a:ea typeface="Arial"/>
              </a:rPr>
              <a:t>Purpose: Establish consistent secure C and C++ practices before code reaches production.</a:t>
            </a:r>
            <a:endParaRPr lang="en-US" sz="1640" b="0" u="none" strike="noStrike">
              <a:solidFill>
                <a:srgbClr val="FFFFFF"/>
              </a:solidFill>
              <a:effectLst/>
              <a:uFillTx/>
              <a:latin typeface="Arial"/>
            </a:endParaRPr>
          </a:p>
          <a:p>
            <a:pPr>
              <a:lnSpc>
                <a:spcPct val="110000"/>
              </a:lnSpc>
              <a:spcAft>
                <a:spcPts val="201"/>
              </a:spcAft>
            </a:pPr>
            <a:r>
              <a:rPr lang="en-US" sz="1640" b="0" u="none" strike="noStrike">
                <a:solidFill>
                  <a:srgbClr val="F7FAFA"/>
                </a:solidFill>
                <a:effectLst/>
                <a:uFillTx/>
                <a:latin typeface="Arial"/>
                <a:ea typeface="Arial"/>
              </a:rPr>
              <a:t>Layers: Input validation, code review, automated tests, access control, encryption, and monitoring.</a:t>
            </a:r>
            <a:endParaRPr lang="en-US" sz="164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THREATS MATRIX</a:t>
            </a:r>
            <a:endParaRPr lang="en-US" sz="4000" b="0" u="none" strike="noStrike">
              <a:solidFill>
                <a:srgbClr val="000000"/>
              </a:solidFill>
              <a:effectLst/>
              <a:uFillTx/>
              <a:latin typeface="Arial"/>
            </a:endParaRPr>
          </a:p>
        </p:txBody>
      </p:sp>
      <p:sp>
        <p:nvSpPr>
          <p:cNvPr id="145" name="PlaceHolder 2"/>
          <p:cNvSpPr>
            <a:spLocks noGrp="1"/>
          </p:cNvSpPr>
          <p:nvPr>
            <p:ph/>
          </p:nvPr>
        </p:nvSpPr>
        <p:spPr>
          <a:xfrm>
            <a:off x="685800" y="2194560"/>
            <a:ext cx="248544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graphicFrame>
        <p:nvGraphicFramePr>
          <p:cNvPr id="146" name="Google Shape;161;p4"/>
          <p:cNvGraphicFramePr/>
          <p:nvPr/>
        </p:nvGraphicFramePr>
        <p:xfrm>
          <a:off x="3171960" y="2561040"/>
          <a:ext cx="7834320" cy="3538080"/>
        </p:xfrm>
        <a:graphic>
          <a:graphicData uri="http://schemas.openxmlformats.org/drawingml/2006/table">
            <a:tbl>
              <a:tblPr/>
              <a:tblGrid>
                <a:gridCol w="4030200"/>
                <a:gridCol w="3804480"/>
              </a:tblGrid>
              <a:tr h="1769040">
                <a:tc>
                  <a:txBody>
                    <a:bodyPr lIns="91080" tIns="91080" rIns="91080" bIns="91080" anchor="t">
                      <a:noAutofit/>
                    </a:bodyPr>
                    <a:p>
                      <a:pPr>
                        <a:lnSpc>
                          <a:spcPct val="106000"/>
                        </a:lnSpc>
                        <a:spcAft>
                          <a:spcPts val="601"/>
                        </a:spcAft>
                      </a:pPr>
                      <a:r>
                        <a:rPr lang="en-US" sz="1779" b="1" u="none" strike="noStrike">
                          <a:solidFill>
                            <a:srgbClr val="1C4A36"/>
                          </a:solidFill>
                          <a:effectLst/>
                          <a:uFillTx/>
                          <a:latin typeface="Arial"/>
                          <a:ea typeface="Arial"/>
                        </a:rPr>
                        <a:t>LIKELY / HIGH IMPACT</a:t>
                      </a:r>
                      <a:endParaRPr lang="en-US" sz="1779" b="0" u="none" strike="noStrike">
                        <a:solidFill>
                          <a:srgbClr val="000000"/>
                        </a:solidFill>
                        <a:effectLst/>
                        <a:uFillTx/>
                        <a:latin typeface="Arial"/>
                      </a:endParaRPr>
                    </a:p>
                    <a:p>
                      <a:pPr>
                        <a:lnSpc>
                          <a:spcPct val="106000"/>
                        </a:lnSpc>
                        <a:spcAft>
                          <a:spcPts val="601"/>
                        </a:spcAft>
                      </a:pPr>
                      <a:r>
                        <a:rPr lang="en-US" sz="1620" b="0" u="none" strike="noStrike">
                          <a:solidFill>
                            <a:srgbClr val="242724"/>
                          </a:solidFill>
                          <a:effectLst/>
                          <a:uFillTx/>
                          <a:latin typeface="Arial"/>
                          <a:ea typeface="Arial"/>
                        </a:rPr>
                        <a:t>SQL injection (004)</a:t>
                      </a:r>
                      <a:endParaRPr lang="en-US" sz="1620" b="0" u="none" strike="noStrike">
                        <a:solidFill>
                          <a:srgbClr val="000000"/>
                        </a:solidFill>
                        <a:effectLst/>
                        <a:uFillTx/>
                        <a:latin typeface="Arial"/>
                      </a:endParaRPr>
                    </a:p>
                    <a:p>
                      <a:pPr>
                        <a:lnSpc>
                          <a:spcPct val="106000"/>
                        </a:lnSpc>
                        <a:spcAft>
                          <a:spcPts val="601"/>
                        </a:spcAft>
                      </a:pPr>
                      <a:r>
                        <a:rPr lang="en-US" sz="1620" b="0" u="none" strike="noStrike">
                          <a:solidFill>
                            <a:srgbClr val="242724"/>
                          </a:solidFill>
                          <a:effectLst/>
                          <a:uFillTx/>
                          <a:latin typeface="Arial"/>
                          <a:ea typeface="Arial"/>
                        </a:rPr>
                        <a:t>Unsafe string bounds (003)</a:t>
                      </a:r>
                      <a:endParaRPr lang="en-US" sz="1620" b="0" u="none" strike="noStrike">
                        <a:solidFill>
                          <a:srgbClr val="000000"/>
                        </a:solidFill>
                        <a:effectLst/>
                        <a:uFillTx/>
                        <a:latin typeface="Arial"/>
                      </a:endParaRPr>
                    </a:p>
                  </a:txBody>
                  <a:tcPr anchor="t" marL="91080" marR="91080" marT="91080" marB="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c>
                  <a:txBody>
                    <a:bodyPr lIns="91080" tIns="91080" rIns="91080" bIns="91080" anchor="t">
                      <a:noAutofit/>
                    </a:bodyPr>
                    <a:p>
                      <a:pPr>
                        <a:lnSpc>
                          <a:spcPct val="106000"/>
                        </a:lnSpc>
                        <a:spcAft>
                          <a:spcPts val="601"/>
                        </a:spcAft>
                      </a:pPr>
                      <a:r>
                        <a:rPr lang="en-US" sz="1779" b="1" u="none" strike="noStrike">
                          <a:solidFill>
                            <a:srgbClr val="1C4A36"/>
                          </a:solidFill>
                          <a:effectLst/>
                          <a:uFillTx/>
                          <a:latin typeface="Arial"/>
                          <a:ea typeface="Arial"/>
                        </a:rPr>
                        <a:t>CRITICAL IMPACT</a:t>
                      </a:r>
                      <a:endParaRPr lang="en-US" sz="1779" b="0" u="none" strike="noStrike">
                        <a:solidFill>
                          <a:srgbClr val="000000"/>
                        </a:solidFill>
                        <a:effectLst/>
                        <a:uFillTx/>
                        <a:latin typeface="Arial"/>
                      </a:endParaRPr>
                    </a:p>
                    <a:p>
                      <a:pPr>
                        <a:lnSpc>
                          <a:spcPct val="106000"/>
                        </a:lnSpc>
                        <a:spcAft>
                          <a:spcPts val="601"/>
                        </a:spcAft>
                      </a:pPr>
                      <a:r>
                        <a:rPr lang="en-US" sz="1620" b="0" u="none" strike="noStrike">
                          <a:solidFill>
                            <a:srgbClr val="242724"/>
                          </a:solidFill>
                          <a:effectLst/>
                          <a:uFillTx/>
                          <a:latin typeface="Arial"/>
                          <a:ea typeface="Arial"/>
                        </a:rPr>
                        <a:t>Use-after-free (005)</a:t>
                      </a:r>
                      <a:endParaRPr lang="en-US" sz="1620" b="0" u="none" strike="noStrike">
                        <a:solidFill>
                          <a:srgbClr val="000000"/>
                        </a:solidFill>
                        <a:effectLst/>
                        <a:uFillTx/>
                        <a:latin typeface="Arial"/>
                      </a:endParaRPr>
                    </a:p>
                    <a:p>
                      <a:pPr>
                        <a:lnSpc>
                          <a:spcPct val="106000"/>
                        </a:lnSpc>
                        <a:spcAft>
                          <a:spcPts val="601"/>
                        </a:spcAft>
                      </a:pPr>
                      <a:r>
                        <a:rPr lang="en-US" sz="1620" b="0" u="none" strike="noStrike">
                          <a:solidFill>
                            <a:srgbClr val="242724"/>
                          </a:solidFill>
                          <a:effectLst/>
                          <a:uFillTx/>
                          <a:latin typeface="Arial"/>
                          <a:ea typeface="Arial"/>
                        </a:rPr>
                        <a:t>Potential data compromise / crash</a:t>
                      </a:r>
                      <a:endParaRPr lang="en-US" sz="1620" b="0" u="none" strike="noStrike">
                        <a:solidFill>
                          <a:srgbClr val="000000"/>
                        </a:solidFill>
                        <a:effectLst/>
                        <a:uFillTx/>
                        <a:latin typeface="Arial"/>
                      </a:endParaRPr>
                    </a:p>
                  </a:txBody>
                  <a:tcPr anchor="t" marL="91080" marR="91080" marT="91080" marB="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r>
              <a:tr h="1769040">
                <a:tc>
                  <a:txBody>
                    <a:bodyPr lIns="91080" tIns="91080" rIns="91080" bIns="91080" anchor="t">
                      <a:noAutofit/>
                    </a:bodyPr>
                    <a:p>
                      <a:pPr>
                        <a:lnSpc>
                          <a:spcPct val="106000"/>
                        </a:lnSpc>
                        <a:spcAft>
                          <a:spcPts val="601"/>
                        </a:spcAft>
                      </a:pPr>
                      <a:r>
                        <a:rPr lang="en-US" sz="1779" b="1" u="none" strike="noStrike">
                          <a:solidFill>
                            <a:srgbClr val="1C4A36"/>
                          </a:solidFill>
                          <a:effectLst/>
                          <a:uFillTx/>
                          <a:latin typeface="Arial"/>
                          <a:ea typeface="Arial"/>
                        </a:rPr>
                        <a:t>HIGH PRIORITY</a:t>
                      </a:r>
                      <a:endParaRPr lang="en-US" sz="1779" b="0" u="none" strike="noStrike">
                        <a:solidFill>
                          <a:srgbClr val="000000"/>
                        </a:solidFill>
                        <a:effectLst/>
                        <a:uFillTx/>
                        <a:latin typeface="Arial"/>
                      </a:endParaRPr>
                    </a:p>
                    <a:p>
                      <a:pPr>
                        <a:lnSpc>
                          <a:spcPct val="106000"/>
                        </a:lnSpc>
                        <a:spcAft>
                          <a:spcPts val="601"/>
                        </a:spcAft>
                      </a:pPr>
                      <a:r>
                        <a:rPr lang="en-US" sz="1620" b="0" u="none" strike="noStrike">
                          <a:solidFill>
                            <a:srgbClr val="242724"/>
                          </a:solidFill>
                          <a:effectLst/>
                          <a:uFillTx/>
                          <a:latin typeface="Arial"/>
                          <a:ea typeface="Arial"/>
                        </a:rPr>
                        <a:t>Overflow (002), conversions (001)</a:t>
                      </a:r>
                      <a:endParaRPr lang="en-US" sz="1620" b="0" u="none" strike="noStrike">
                        <a:solidFill>
                          <a:srgbClr val="000000"/>
                        </a:solidFill>
                        <a:effectLst/>
                        <a:uFillTx/>
                        <a:latin typeface="Arial"/>
                      </a:endParaRPr>
                    </a:p>
                    <a:p>
                      <a:pPr>
                        <a:lnSpc>
                          <a:spcPct val="106000"/>
                        </a:lnSpc>
                        <a:spcAft>
                          <a:spcPts val="601"/>
                        </a:spcAft>
                      </a:pPr>
                      <a:r>
                        <a:rPr lang="en-US" sz="1620" b="0" u="none" strike="noStrike">
                          <a:solidFill>
                            <a:srgbClr val="242724"/>
                          </a:solidFill>
                          <a:effectLst/>
                          <a:uFillTx/>
                          <a:latin typeface="Arial"/>
                          <a:ea typeface="Arial"/>
                        </a:rPr>
                        <a:t>Container (008), null (009), double delete (010)</a:t>
                      </a:r>
                      <a:endParaRPr lang="en-US" sz="1620" b="0" u="none" strike="noStrike">
                        <a:solidFill>
                          <a:srgbClr val="000000"/>
                        </a:solidFill>
                        <a:effectLst/>
                        <a:uFillTx/>
                        <a:latin typeface="Arial"/>
                      </a:endParaRPr>
                    </a:p>
                  </a:txBody>
                  <a:tcPr anchor="t" marL="91080" marR="91080" marT="91080" marB="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c>
                  <a:txBody>
                    <a:bodyPr lIns="91080" tIns="91080" rIns="91080" bIns="91080" anchor="t">
                      <a:noAutofit/>
                    </a:bodyPr>
                    <a:p>
                      <a:pPr>
                        <a:lnSpc>
                          <a:spcPct val="106000"/>
                        </a:lnSpc>
                        <a:spcAft>
                          <a:spcPts val="601"/>
                        </a:spcAft>
                      </a:pPr>
                      <a:r>
                        <a:rPr lang="en-US" sz="1779" b="1" u="none" strike="noStrike">
                          <a:solidFill>
                            <a:srgbClr val="1C4A36"/>
                          </a:solidFill>
                          <a:effectLst/>
                          <a:uFillTx/>
                          <a:latin typeface="Arial"/>
                          <a:ea typeface="Arial"/>
                        </a:rPr>
                        <a:t>MEDIUM PRIORITY</a:t>
                      </a:r>
                      <a:endParaRPr lang="en-US" sz="1779" b="0" u="none" strike="noStrike">
                        <a:solidFill>
                          <a:srgbClr val="000000"/>
                        </a:solidFill>
                        <a:effectLst/>
                        <a:uFillTx/>
                        <a:latin typeface="Arial"/>
                      </a:endParaRPr>
                    </a:p>
                    <a:p>
                      <a:pPr>
                        <a:lnSpc>
                          <a:spcPct val="106000"/>
                        </a:lnSpc>
                        <a:spcAft>
                          <a:spcPts val="601"/>
                        </a:spcAft>
                      </a:pPr>
                      <a:r>
                        <a:rPr lang="en-US" sz="1620" b="0" u="none" strike="noStrike">
                          <a:solidFill>
                            <a:srgbClr val="242724"/>
                          </a:solidFill>
                          <a:effectLst/>
                          <a:uFillTx/>
                          <a:latin typeface="Arial"/>
                          <a:ea typeface="Arial"/>
                        </a:rPr>
                        <a:t>Assertions (006)</a:t>
                      </a:r>
                      <a:endParaRPr lang="en-US" sz="1620" b="0" u="none" strike="noStrike">
                        <a:solidFill>
                          <a:srgbClr val="000000"/>
                        </a:solidFill>
                        <a:effectLst/>
                        <a:uFillTx/>
                        <a:latin typeface="Arial"/>
                      </a:endParaRPr>
                    </a:p>
                    <a:p>
                      <a:pPr>
                        <a:lnSpc>
                          <a:spcPct val="106000"/>
                        </a:lnSpc>
                        <a:spcAft>
                          <a:spcPts val="601"/>
                        </a:spcAft>
                      </a:pPr>
                      <a:r>
                        <a:rPr lang="en-US" sz="1620" b="0" u="none" strike="noStrike">
                          <a:solidFill>
                            <a:srgbClr val="242724"/>
                          </a:solidFill>
                          <a:effectLst/>
                          <a:uFillTx/>
                          <a:latin typeface="Arial"/>
                          <a:ea typeface="Arial"/>
                        </a:rPr>
                        <a:t>Exception escape (007)</a:t>
                      </a:r>
                      <a:endParaRPr lang="en-US" sz="1620" b="0" u="none" strike="noStrike">
                        <a:solidFill>
                          <a:srgbClr val="000000"/>
                        </a:solidFill>
                        <a:effectLst/>
                        <a:uFillTx/>
                        <a:latin typeface="Arial"/>
                      </a:endParaRPr>
                    </a:p>
                  </a:txBody>
                  <a:tcPr anchor="t" marL="91080" marR="91080" marT="91080" marB="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r>
            </a:tbl>
          </a:graphicData>
        </a:graphic>
      </p:graphicFrame>
      <p:pic>
        <p:nvPicPr>
          <p:cNvPr id="147" name="Google Shape;162;p4" descr="Green Pace logo"/>
          <p:cNvPicPr/>
          <p:nvPr/>
        </p:nvPicPr>
        <p:blipFill>
          <a:blip r:embed="rId1"/>
          <a:stretch/>
        </p:blipFill>
        <p:spPr>
          <a:xfrm>
            <a:off x="11084040" y="5440680"/>
            <a:ext cx="885960" cy="1148400"/>
          </a:xfrm>
          <a:prstGeom prst="rect">
            <a:avLst/>
          </a:prstGeom>
          <a:noFill/>
          <a:ln w="0">
            <a:noFill/>
          </a:ln>
        </p:spPr>
      </p:pic>
      <p:sp>
        <p:nvSpPr>
          <p:cNvPr id="148" name="TextBox 162"/>
          <p:cNvSpPr/>
          <p:nvPr/>
        </p:nvSpPr>
        <p:spPr>
          <a:xfrm>
            <a:off x="658440" y="2240280"/>
            <a:ext cx="2422440" cy="3519720"/>
          </a:xfrm>
          <a:prstGeom prst="rect">
            <a:avLst/>
          </a:prstGeom>
          <a:noFill/>
          <a:ln w="0">
            <a:noFill/>
          </a:ln>
        </p:spPr>
        <p:style>
          <a:lnRef idx="0"/>
          <a:fillRef idx="0"/>
          <a:effectRef idx="0"/>
          <a:fontRef idx="minor"/>
        </p:style>
        <p:txBody>
          <a:bodyPr lIns="27360" tIns="36720" rIns="45720" bIns="27360" anchor="t">
            <a:spAutoFit/>
          </a:bodyPr>
          <a:p>
            <a:pPr>
              <a:lnSpc>
                <a:spcPct val="108000"/>
              </a:lnSpc>
              <a:spcAft>
                <a:spcPts val="1001"/>
              </a:spcAft>
            </a:pPr>
            <a:r>
              <a:rPr lang="en-US" sz="1600" b="1" u="none" strike="noStrike">
                <a:solidFill>
                  <a:srgbClr val="57C481"/>
                </a:solidFill>
                <a:effectLst/>
                <a:uFillTx/>
                <a:latin typeface="Arial"/>
                <a:ea typeface="Arial"/>
              </a:rPr>
              <a:t>PROPOSED RISK SCALE</a:t>
            </a:r>
            <a:endParaRPr lang="en-US" sz="1600" b="0" u="none" strike="noStrike">
              <a:solidFill>
                <a:srgbClr val="FFFFFF"/>
              </a:solidFill>
              <a:effectLst/>
              <a:uFillTx/>
              <a:latin typeface="Arial"/>
            </a:endParaRPr>
          </a:p>
          <a:p>
            <a:pPr>
              <a:lnSpc>
                <a:spcPct val="108000"/>
              </a:lnSpc>
              <a:spcAft>
                <a:spcPts val="1001"/>
              </a:spcAft>
            </a:pPr>
            <a:r>
              <a:rPr lang="en-US" sz="1600" b="0" u="none" strike="noStrike">
                <a:solidFill>
                  <a:srgbClr val="F7FAFA"/>
                </a:solidFill>
                <a:effectLst/>
                <a:uFillTx/>
                <a:latin typeface="Arial"/>
                <a:ea typeface="Arial"/>
              </a:rPr>
              <a:t>5  Critical (004, 005)</a:t>
            </a:r>
            <a:endParaRPr lang="en-US" sz="1600" b="0" u="none" strike="noStrike">
              <a:solidFill>
                <a:srgbClr val="FFFFFF"/>
              </a:solidFill>
              <a:effectLst/>
              <a:uFillTx/>
              <a:latin typeface="Arial"/>
            </a:endParaRPr>
          </a:p>
          <a:p>
            <a:pPr>
              <a:lnSpc>
                <a:spcPct val="108000"/>
              </a:lnSpc>
              <a:spcAft>
                <a:spcPts val="1001"/>
              </a:spcAft>
            </a:pPr>
            <a:r>
              <a:rPr lang="en-US" sz="1600" b="0" u="none" strike="noStrike">
                <a:solidFill>
                  <a:srgbClr val="F7FAFA"/>
                </a:solidFill>
                <a:effectLst/>
                <a:uFillTx/>
                <a:latin typeface="Arial"/>
                <a:ea typeface="Arial"/>
              </a:rPr>
              <a:t>4  High (001, 002, 003, 008, 009, 010)</a:t>
            </a:r>
            <a:endParaRPr lang="en-US" sz="1600" b="0" u="none" strike="noStrike">
              <a:solidFill>
                <a:srgbClr val="FFFFFF"/>
              </a:solidFill>
              <a:effectLst/>
              <a:uFillTx/>
              <a:latin typeface="Arial"/>
            </a:endParaRPr>
          </a:p>
          <a:p>
            <a:pPr>
              <a:lnSpc>
                <a:spcPct val="108000"/>
              </a:lnSpc>
              <a:spcAft>
                <a:spcPts val="1001"/>
              </a:spcAft>
            </a:pPr>
            <a:r>
              <a:rPr lang="en-US" sz="1600" b="0" u="none" strike="noStrike">
                <a:solidFill>
                  <a:srgbClr val="F7FAFA"/>
                </a:solidFill>
                <a:effectLst/>
                <a:uFillTx/>
                <a:latin typeface="Arial"/>
                <a:ea typeface="Arial"/>
              </a:rPr>
              <a:t>3  Medium (006, 007)</a:t>
            </a:r>
            <a:endParaRPr lang="en-US" sz="1600" b="0" u="none" strike="noStrike">
              <a:solidFill>
                <a:srgbClr val="FFFFFF"/>
              </a:solidFill>
              <a:effectLst/>
              <a:uFillTx/>
              <a:latin typeface="Arial"/>
            </a:endParaRPr>
          </a:p>
          <a:p>
            <a:pPr>
              <a:lnSpc>
                <a:spcPct val="108000"/>
              </a:lnSpc>
              <a:spcAft>
                <a:spcPts val="1001"/>
              </a:spcAft>
            </a:pPr>
            <a:r>
              <a:rPr lang="en-US" sz="1600" b="0" u="none" strike="noStrike">
                <a:solidFill>
                  <a:srgbClr val="F7FAFA"/>
                </a:solidFill>
                <a:effectLst/>
                <a:uFillTx/>
                <a:latin typeface="Arial"/>
                <a:ea typeface="Arial"/>
              </a:rPr>
              <a:t>Scores weigh potential impact, likelihood, and effort.</a:t>
            </a:r>
            <a:endParaRPr lang="en-US" sz="1600" b="0" u="none" strike="noStrike">
              <a:solidFill>
                <a:srgbClr val="FFFFFF"/>
              </a:solidFill>
              <a:effectLst/>
              <a:uFillTx/>
              <a:latin typeface="Arial"/>
            </a:endParaRPr>
          </a:p>
          <a:p>
            <a:pPr>
              <a:lnSpc>
                <a:spcPct val="108000"/>
              </a:lnSpc>
              <a:spcAft>
                <a:spcPts val="1001"/>
              </a:spcAft>
            </a:pPr>
            <a:r>
              <a:rPr lang="en-US" sz="1600" b="0" u="none" strike="noStrike">
                <a:solidFill>
                  <a:srgbClr val="F7FAFA"/>
                </a:solidFill>
                <a:effectLst/>
                <a:uFillTx/>
                <a:latin typeface="Arial"/>
                <a:ea typeface="Arial"/>
              </a:rPr>
              <a:t>Ratings are estimates, not observed attacks.</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10 PRINCIPLES</a:t>
            </a:r>
            <a:endParaRPr lang="en-US" sz="4000" b="0" u="none" strike="noStrike">
              <a:solidFill>
                <a:srgbClr val="000000"/>
              </a:solidFill>
              <a:effectLst/>
              <a:uFillTx/>
              <a:latin typeface="Arial"/>
            </a:endParaRPr>
          </a:p>
        </p:txBody>
      </p:sp>
      <p:sp>
        <p:nvSpPr>
          <p:cNvPr id="150"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151" name="Google Shape;169;p5" descr="Green Pace logo"/>
          <p:cNvPicPr/>
          <p:nvPr/>
        </p:nvPicPr>
        <p:blipFill>
          <a:blip r:embed="rId1"/>
          <a:stretch/>
        </p:blipFill>
        <p:spPr>
          <a:xfrm>
            <a:off x="11084040" y="5440680"/>
            <a:ext cx="885960" cy="1148400"/>
          </a:xfrm>
          <a:prstGeom prst="rect">
            <a:avLst/>
          </a:prstGeom>
          <a:noFill/>
          <a:ln w="0">
            <a:noFill/>
          </a:ln>
        </p:spPr>
      </p:pic>
      <p:sp>
        <p:nvSpPr>
          <p:cNvPr id="152" name="TextBox 169"/>
          <p:cNvSpPr/>
          <p:nvPr/>
        </p:nvSpPr>
        <p:spPr>
          <a:xfrm>
            <a:off x="713160" y="2267640"/>
            <a:ext cx="5439960" cy="3629520"/>
          </a:xfrm>
          <a:prstGeom prst="rect">
            <a:avLst/>
          </a:prstGeom>
          <a:noFill/>
          <a:ln w="0">
            <a:noFill/>
          </a:ln>
        </p:spPr>
        <p:style>
          <a:lnRef idx="0"/>
          <a:fillRef idx="0"/>
          <a:effectRef idx="0"/>
          <a:fontRef idx="minor"/>
        </p:style>
        <p:txBody>
          <a:bodyPr lIns="27360" tIns="36720" rIns="45720" bIns="27360" anchor="t">
            <a:spAutoFit/>
          </a:bodyPr>
          <a:p>
            <a:pPr>
              <a:lnSpc>
                <a:spcPct val="104000"/>
              </a:lnSpc>
              <a:spcAft>
                <a:spcPts val="1500"/>
              </a:spcAft>
            </a:pPr>
            <a:r>
              <a:rPr lang="en-US" sz="1720" b="0" u="none" strike="noStrike">
                <a:solidFill>
                  <a:srgbClr val="F7FAFA"/>
                </a:solidFill>
                <a:effectLst/>
                <a:uFillTx/>
                <a:latin typeface="Arial"/>
                <a:ea typeface="Arial"/>
              </a:rPr>
              <a:t>1. Validate input → 001, 002, 003, 004, 008, 009</a:t>
            </a:r>
            <a:endParaRPr lang="en-US" sz="1720" b="0" u="none" strike="noStrike">
              <a:solidFill>
                <a:srgbClr val="FFFFFF"/>
              </a:solidFill>
              <a:effectLst/>
              <a:uFillTx/>
              <a:latin typeface="Arial"/>
            </a:endParaRPr>
          </a:p>
          <a:p>
            <a:pPr>
              <a:lnSpc>
                <a:spcPct val="104000"/>
              </a:lnSpc>
              <a:spcAft>
                <a:spcPts val="1500"/>
              </a:spcAft>
            </a:pPr>
            <a:r>
              <a:rPr lang="en-US" sz="1720" b="0" u="none" strike="noStrike">
                <a:solidFill>
                  <a:srgbClr val="F7FAFA"/>
                </a:solidFill>
                <a:effectLst/>
                <a:uFillTx/>
                <a:latin typeface="Arial"/>
                <a:ea typeface="Arial"/>
              </a:rPr>
              <a:t>2. Heed warnings → 001, 002, 006</a:t>
            </a:r>
            <a:endParaRPr lang="en-US" sz="1720" b="0" u="none" strike="noStrike">
              <a:solidFill>
                <a:srgbClr val="FFFFFF"/>
              </a:solidFill>
              <a:effectLst/>
              <a:uFillTx/>
              <a:latin typeface="Arial"/>
            </a:endParaRPr>
          </a:p>
          <a:p>
            <a:pPr>
              <a:lnSpc>
                <a:spcPct val="104000"/>
              </a:lnSpc>
              <a:spcAft>
                <a:spcPts val="1500"/>
              </a:spcAft>
            </a:pPr>
            <a:r>
              <a:rPr lang="en-US" sz="1720" b="0" u="none" strike="noStrike">
                <a:solidFill>
                  <a:srgbClr val="F7FAFA"/>
                </a:solidFill>
                <a:effectLst/>
                <a:uFillTx/>
                <a:latin typeface="Arial"/>
                <a:ea typeface="Arial"/>
              </a:rPr>
              <a:t>3. Design for security → 005, 007, 010</a:t>
            </a:r>
            <a:endParaRPr lang="en-US" sz="1720" b="0" u="none" strike="noStrike">
              <a:solidFill>
                <a:srgbClr val="FFFFFF"/>
              </a:solidFill>
              <a:effectLst/>
              <a:uFillTx/>
              <a:latin typeface="Arial"/>
            </a:endParaRPr>
          </a:p>
          <a:p>
            <a:pPr>
              <a:lnSpc>
                <a:spcPct val="104000"/>
              </a:lnSpc>
              <a:spcAft>
                <a:spcPts val="1500"/>
              </a:spcAft>
            </a:pPr>
            <a:r>
              <a:rPr lang="en-US" sz="1720" b="0" u="none" strike="noStrike">
                <a:solidFill>
                  <a:srgbClr val="F7FAFA"/>
                </a:solidFill>
                <a:effectLst/>
                <a:uFillTx/>
                <a:latin typeface="Arial"/>
                <a:ea typeface="Arial"/>
              </a:rPr>
              <a:t>4. Keep design simple → 003, 005, 006, 007, 009, 010</a:t>
            </a:r>
            <a:endParaRPr lang="en-US" sz="1720" b="0" u="none" strike="noStrike">
              <a:solidFill>
                <a:srgbClr val="FFFFFF"/>
              </a:solidFill>
              <a:effectLst/>
              <a:uFillTx/>
              <a:latin typeface="Arial"/>
            </a:endParaRPr>
          </a:p>
          <a:p>
            <a:pPr>
              <a:lnSpc>
                <a:spcPct val="104000"/>
              </a:lnSpc>
              <a:spcAft>
                <a:spcPts val="1500"/>
              </a:spcAft>
            </a:pPr>
            <a:r>
              <a:rPr lang="en-US" sz="1720" b="0" u="none" strike="noStrike">
                <a:solidFill>
                  <a:srgbClr val="F7FAFA"/>
                </a:solidFill>
                <a:effectLst/>
                <a:uFillTx/>
                <a:latin typeface="Arial"/>
                <a:ea typeface="Arial"/>
              </a:rPr>
              <a:t>5. Default deny → 004</a:t>
            </a:r>
            <a:endParaRPr lang="en-US" sz="1720" b="0" u="none" strike="noStrike">
              <a:solidFill>
                <a:srgbClr val="FFFFFF"/>
              </a:solidFill>
              <a:effectLst/>
              <a:uFillTx/>
              <a:latin typeface="Arial"/>
            </a:endParaRPr>
          </a:p>
        </p:txBody>
      </p:sp>
      <p:sp>
        <p:nvSpPr>
          <p:cNvPr id="153" name="TextBox 170"/>
          <p:cNvSpPr/>
          <p:nvPr/>
        </p:nvSpPr>
        <p:spPr>
          <a:xfrm>
            <a:off x="6190560" y="2267640"/>
            <a:ext cx="5028480" cy="3629520"/>
          </a:xfrm>
          <a:prstGeom prst="rect">
            <a:avLst/>
          </a:prstGeom>
          <a:noFill/>
          <a:ln w="0">
            <a:noFill/>
          </a:ln>
        </p:spPr>
        <p:style>
          <a:lnRef idx="0"/>
          <a:fillRef idx="0"/>
          <a:effectRef idx="0"/>
          <a:fontRef idx="minor"/>
        </p:style>
        <p:txBody>
          <a:bodyPr lIns="27360" tIns="36720" rIns="45720" bIns="27360" anchor="t">
            <a:spAutoFit/>
          </a:bodyPr>
          <a:p>
            <a:pPr>
              <a:lnSpc>
                <a:spcPct val="104000"/>
              </a:lnSpc>
              <a:spcAft>
                <a:spcPts val="1500"/>
              </a:spcAft>
            </a:pPr>
            <a:r>
              <a:rPr lang="en-US" sz="1720" b="0" u="none" strike="noStrike">
                <a:solidFill>
                  <a:srgbClr val="F7FAFA"/>
                </a:solidFill>
                <a:effectLst/>
                <a:uFillTx/>
                <a:latin typeface="Arial"/>
                <a:ea typeface="Arial"/>
              </a:rPr>
              <a:t>6. Least privilege → 004</a:t>
            </a:r>
            <a:endParaRPr lang="en-US" sz="1720" b="0" u="none" strike="noStrike">
              <a:solidFill>
                <a:srgbClr val="FFFFFF"/>
              </a:solidFill>
              <a:effectLst/>
              <a:uFillTx/>
              <a:latin typeface="Arial"/>
            </a:endParaRPr>
          </a:p>
          <a:p>
            <a:pPr>
              <a:lnSpc>
                <a:spcPct val="104000"/>
              </a:lnSpc>
              <a:spcAft>
                <a:spcPts val="1500"/>
              </a:spcAft>
            </a:pPr>
            <a:r>
              <a:rPr lang="en-US" sz="1720" b="0" u="none" strike="noStrike">
                <a:solidFill>
                  <a:srgbClr val="F7FAFA"/>
                </a:solidFill>
                <a:effectLst/>
                <a:uFillTx/>
                <a:latin typeface="Arial"/>
                <a:ea typeface="Arial"/>
              </a:rPr>
              <a:t>7. Sanitize outbound data → 004</a:t>
            </a:r>
            <a:endParaRPr lang="en-US" sz="1720" b="0" u="none" strike="noStrike">
              <a:solidFill>
                <a:srgbClr val="FFFFFF"/>
              </a:solidFill>
              <a:effectLst/>
              <a:uFillTx/>
              <a:latin typeface="Arial"/>
            </a:endParaRPr>
          </a:p>
          <a:p>
            <a:pPr>
              <a:lnSpc>
                <a:spcPct val="104000"/>
              </a:lnSpc>
              <a:spcAft>
                <a:spcPts val="1500"/>
              </a:spcAft>
            </a:pPr>
            <a:r>
              <a:rPr lang="en-US" sz="1720" b="0" u="none" strike="noStrike">
                <a:solidFill>
                  <a:srgbClr val="F7FAFA"/>
                </a:solidFill>
                <a:effectLst/>
                <a:uFillTx/>
                <a:latin typeface="Arial"/>
                <a:ea typeface="Arial"/>
              </a:rPr>
              <a:t>8. Defense in depth → 002, 004, 005, 007–010</a:t>
            </a:r>
            <a:endParaRPr lang="en-US" sz="1720" b="0" u="none" strike="noStrike">
              <a:solidFill>
                <a:srgbClr val="FFFFFF"/>
              </a:solidFill>
              <a:effectLst/>
              <a:uFillTx/>
              <a:latin typeface="Arial"/>
            </a:endParaRPr>
          </a:p>
          <a:p>
            <a:pPr>
              <a:lnSpc>
                <a:spcPct val="104000"/>
              </a:lnSpc>
              <a:spcAft>
                <a:spcPts val="1500"/>
              </a:spcAft>
            </a:pPr>
            <a:r>
              <a:rPr lang="en-US" sz="1720" b="0" u="none" strike="noStrike">
                <a:solidFill>
                  <a:srgbClr val="F7FAFA"/>
                </a:solidFill>
                <a:effectLst/>
                <a:uFillTx/>
                <a:latin typeface="Arial"/>
                <a:ea typeface="Arial"/>
              </a:rPr>
              <a:t>9. Quality assurance → 001–003, 005–010</a:t>
            </a:r>
            <a:endParaRPr lang="en-US" sz="1720" b="0" u="none" strike="noStrike">
              <a:solidFill>
                <a:srgbClr val="FFFFFF"/>
              </a:solidFill>
              <a:effectLst/>
              <a:uFillTx/>
              <a:latin typeface="Arial"/>
            </a:endParaRPr>
          </a:p>
          <a:p>
            <a:pPr>
              <a:lnSpc>
                <a:spcPct val="104000"/>
              </a:lnSpc>
              <a:spcAft>
                <a:spcPts val="1500"/>
              </a:spcAft>
            </a:pPr>
            <a:r>
              <a:rPr lang="en-US" sz="1720" b="0" u="none" strike="noStrike">
                <a:solidFill>
                  <a:srgbClr val="F7FAFA"/>
                </a:solidFill>
                <a:effectLst/>
                <a:uFillTx/>
                <a:latin typeface="Arial"/>
                <a:ea typeface="Arial"/>
              </a:rPr>
              <a:t>10. Secure coding baseline → 001, 003, 005, 006, 008, 010</a:t>
            </a:r>
            <a:endParaRPr lang="en-US" sz="1720" b="0" u="none" strike="noStrike">
              <a:solidFill>
                <a:srgbClr val="FFFFFF"/>
              </a:solidFill>
              <a:effectLst/>
              <a:uFillTx/>
              <a:latin typeface="Arial"/>
            </a:endParaRPr>
          </a:p>
        </p:txBody>
      </p:sp>
      <p:sp>
        <p:nvSpPr>
          <p:cNvPr id="154" name="TextBox 171"/>
          <p:cNvSpPr/>
          <p:nvPr/>
        </p:nvSpPr>
        <p:spPr>
          <a:xfrm>
            <a:off x="758880" y="6062400"/>
            <a:ext cx="9783360" cy="26460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1210" b="0" u="none" strike="noStrike">
                <a:solidFill>
                  <a:srgbClr val="A4B7AD"/>
                </a:solidFill>
                <a:effectLst/>
                <a:uFillTx/>
                <a:latin typeface="Arial"/>
                <a:ea typeface="Arial"/>
              </a:rPr>
              <a:t>Numbered references correspond to standards STD-001-CPP through STD-010-CPP.</a:t>
            </a:r>
            <a:endParaRPr lang="en-US" sz="121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CODING STANDARDS</a:t>
            </a:r>
            <a:endParaRPr lang="en-US" sz="4000" b="0" u="none" strike="noStrike">
              <a:solidFill>
                <a:srgbClr val="000000"/>
              </a:solidFill>
              <a:effectLst/>
              <a:uFillTx/>
              <a:latin typeface="Arial"/>
            </a:endParaRPr>
          </a:p>
        </p:txBody>
      </p:sp>
      <p:sp>
        <p:nvSpPr>
          <p:cNvPr id="156"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157" name="Google Shape;176;p6" descr="Green Pace logo"/>
          <p:cNvPicPr/>
          <p:nvPr/>
        </p:nvPicPr>
        <p:blipFill>
          <a:blip r:embed="rId1"/>
          <a:stretch/>
        </p:blipFill>
        <p:spPr>
          <a:xfrm>
            <a:off x="11084040" y="5440680"/>
            <a:ext cx="885960" cy="1148400"/>
          </a:xfrm>
          <a:prstGeom prst="rect">
            <a:avLst/>
          </a:prstGeom>
          <a:noFill/>
          <a:ln w="0">
            <a:noFill/>
          </a:ln>
        </p:spPr>
      </p:pic>
      <p:sp>
        <p:nvSpPr>
          <p:cNvPr id="158" name="TextBox 176"/>
          <p:cNvSpPr/>
          <p:nvPr/>
        </p:nvSpPr>
        <p:spPr>
          <a:xfrm>
            <a:off x="749880" y="2148840"/>
            <a:ext cx="5348520" cy="41976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2000" b="1" u="none" strike="noStrike">
                <a:solidFill>
                  <a:srgbClr val="57C481"/>
                </a:solidFill>
                <a:effectLst/>
                <a:uFillTx/>
                <a:latin typeface="Arial"/>
                <a:ea typeface="Arial"/>
              </a:rPr>
              <a:t>PRIORITY 5 — CRITICAL</a:t>
            </a:r>
            <a:endParaRPr lang="en-US" sz="2000" b="0" u="none" strike="noStrike">
              <a:solidFill>
                <a:srgbClr val="FFFFFF"/>
              </a:solidFill>
              <a:effectLst/>
              <a:uFillTx/>
              <a:latin typeface="Arial"/>
            </a:endParaRPr>
          </a:p>
        </p:txBody>
      </p:sp>
      <p:sp>
        <p:nvSpPr>
          <p:cNvPr id="159" name="TextBox 177"/>
          <p:cNvSpPr/>
          <p:nvPr/>
        </p:nvSpPr>
        <p:spPr>
          <a:xfrm>
            <a:off x="749880" y="2606040"/>
            <a:ext cx="5302800" cy="1206360"/>
          </a:xfrm>
          <a:prstGeom prst="rect">
            <a:avLst/>
          </a:prstGeom>
          <a:noFill/>
          <a:ln w="0">
            <a:noFill/>
          </a:ln>
        </p:spPr>
        <p:style>
          <a:lnRef idx="0"/>
          <a:fillRef idx="0"/>
          <a:effectRef idx="0"/>
          <a:fontRef idx="minor"/>
        </p:style>
        <p:txBody>
          <a:bodyPr lIns="27360" tIns="36720" rIns="45720" bIns="27360" anchor="t">
            <a:spAutoFit/>
          </a:bodyPr>
          <a:p>
            <a:pPr>
              <a:lnSpc>
                <a:spcPct val="110000"/>
              </a:lnSpc>
              <a:spcAft>
                <a:spcPts val="1100"/>
              </a:spcAft>
            </a:pPr>
            <a:r>
              <a:rPr lang="en-US" sz="1800" b="0" u="none" strike="noStrike">
                <a:solidFill>
                  <a:srgbClr val="F7FAFA"/>
                </a:solidFill>
                <a:effectLst/>
                <a:uFillTx/>
                <a:latin typeface="Arial"/>
                <a:ea typeface="Arial"/>
              </a:rPr>
              <a:t>STD-004  Parameterize SQL queries</a:t>
            </a:r>
            <a:endParaRPr lang="en-US" sz="1800" b="0" u="none" strike="noStrike">
              <a:solidFill>
                <a:srgbClr val="FFFFFF"/>
              </a:solidFill>
              <a:effectLst/>
              <a:uFillTx/>
              <a:latin typeface="Arial"/>
            </a:endParaRPr>
          </a:p>
          <a:p>
            <a:pPr>
              <a:lnSpc>
                <a:spcPct val="110000"/>
              </a:lnSpc>
              <a:spcAft>
                <a:spcPts val="1100"/>
              </a:spcAft>
            </a:pPr>
            <a:r>
              <a:rPr lang="en-US" sz="1800" b="0" u="none" strike="noStrike">
                <a:solidFill>
                  <a:srgbClr val="F7FAFA"/>
                </a:solidFill>
                <a:effectLst/>
                <a:uFillTx/>
                <a:latin typeface="Arial"/>
                <a:ea typeface="Arial"/>
              </a:rPr>
              <a:t>STD-005  Prevent use-after-free</a:t>
            </a:r>
            <a:endParaRPr lang="en-US" sz="1800" b="0" u="none" strike="noStrike">
              <a:solidFill>
                <a:srgbClr val="FFFFFF"/>
              </a:solidFill>
              <a:effectLst/>
              <a:uFillTx/>
              <a:latin typeface="Arial"/>
            </a:endParaRPr>
          </a:p>
        </p:txBody>
      </p:sp>
      <p:sp>
        <p:nvSpPr>
          <p:cNvPr id="160" name="TextBox 178"/>
          <p:cNvSpPr/>
          <p:nvPr/>
        </p:nvSpPr>
        <p:spPr>
          <a:xfrm>
            <a:off x="749880" y="3785760"/>
            <a:ext cx="5348520" cy="41976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2000" b="1" u="none" strike="noStrike">
                <a:solidFill>
                  <a:srgbClr val="57C481"/>
                </a:solidFill>
                <a:effectLst/>
                <a:uFillTx/>
                <a:latin typeface="Arial"/>
                <a:ea typeface="Arial"/>
              </a:rPr>
              <a:t>PRIORITY 4 — HIGH</a:t>
            </a:r>
            <a:endParaRPr lang="en-US" sz="2000" b="0" u="none" strike="noStrike">
              <a:solidFill>
                <a:srgbClr val="FFFFFF"/>
              </a:solidFill>
              <a:effectLst/>
              <a:uFillTx/>
              <a:latin typeface="Arial"/>
            </a:endParaRPr>
          </a:p>
        </p:txBody>
      </p:sp>
      <p:sp>
        <p:nvSpPr>
          <p:cNvPr id="161" name="TextBox 179"/>
          <p:cNvSpPr/>
          <p:nvPr/>
        </p:nvSpPr>
        <p:spPr>
          <a:xfrm>
            <a:off x="749880" y="4251960"/>
            <a:ext cx="5348520" cy="1590480"/>
          </a:xfrm>
          <a:prstGeom prst="rect">
            <a:avLst/>
          </a:prstGeom>
          <a:noFill/>
          <a:ln w="0">
            <a:noFill/>
          </a:ln>
        </p:spPr>
        <p:style>
          <a:lnRef idx="0"/>
          <a:fillRef idx="0"/>
          <a:effectRef idx="0"/>
          <a:fontRef idx="minor"/>
        </p:style>
        <p:txBody>
          <a:bodyPr lIns="27360" tIns="36720" rIns="45720" bIns="27360" anchor="t">
            <a:spAutoFit/>
          </a:bodyPr>
          <a:p>
            <a:pPr>
              <a:lnSpc>
                <a:spcPct val="110000"/>
              </a:lnSpc>
              <a:spcAft>
                <a:spcPts val="1001"/>
              </a:spcAft>
            </a:pPr>
            <a:r>
              <a:rPr lang="en-US" sz="1740" b="0" u="none" strike="noStrike">
                <a:solidFill>
                  <a:srgbClr val="F7FAFA"/>
                </a:solidFill>
                <a:effectLst/>
                <a:uFillTx/>
                <a:latin typeface="Arial"/>
                <a:ea typeface="Arial"/>
              </a:rPr>
              <a:t>STD-001  Safe integer conversions</a:t>
            </a:r>
            <a:endParaRPr lang="en-US" sz="1740" b="0" u="none" strike="noStrike">
              <a:solidFill>
                <a:srgbClr val="FFFFFF"/>
              </a:solidFill>
              <a:effectLst/>
              <a:uFillTx/>
              <a:latin typeface="Arial"/>
            </a:endParaRPr>
          </a:p>
          <a:p>
            <a:pPr>
              <a:lnSpc>
                <a:spcPct val="110000"/>
              </a:lnSpc>
              <a:spcAft>
                <a:spcPts val="1001"/>
              </a:spcAft>
            </a:pPr>
            <a:r>
              <a:rPr lang="en-US" sz="1740" b="0" u="none" strike="noStrike">
                <a:solidFill>
                  <a:srgbClr val="F7FAFA"/>
                </a:solidFill>
                <a:effectLst/>
                <a:uFillTx/>
                <a:latin typeface="Arial"/>
                <a:ea typeface="Arial"/>
              </a:rPr>
              <a:t>STD-002  Prevent signed overflow</a:t>
            </a:r>
            <a:endParaRPr lang="en-US" sz="1740" b="0" u="none" strike="noStrike">
              <a:solidFill>
                <a:srgbClr val="FFFFFF"/>
              </a:solidFill>
              <a:effectLst/>
              <a:uFillTx/>
              <a:latin typeface="Arial"/>
            </a:endParaRPr>
          </a:p>
          <a:p>
            <a:pPr>
              <a:lnSpc>
                <a:spcPct val="110000"/>
              </a:lnSpc>
              <a:spcAft>
                <a:spcPts val="1001"/>
              </a:spcAft>
            </a:pPr>
            <a:r>
              <a:rPr lang="en-US" sz="1740" b="0" u="none" strike="noStrike">
                <a:solidFill>
                  <a:srgbClr val="F7FAFA"/>
                </a:solidFill>
                <a:effectLst/>
                <a:uFillTx/>
                <a:latin typeface="Arial"/>
                <a:ea typeface="Arial"/>
              </a:rPr>
              <a:t>STD-003  Check string boundaries</a:t>
            </a:r>
            <a:endParaRPr lang="en-US" sz="1740" b="0" u="none" strike="noStrike">
              <a:solidFill>
                <a:srgbClr val="FFFFFF"/>
              </a:solidFill>
              <a:effectLst/>
              <a:uFillTx/>
              <a:latin typeface="Arial"/>
            </a:endParaRPr>
          </a:p>
        </p:txBody>
      </p:sp>
      <p:sp>
        <p:nvSpPr>
          <p:cNvPr id="162" name="TextBox 180"/>
          <p:cNvSpPr/>
          <p:nvPr/>
        </p:nvSpPr>
        <p:spPr>
          <a:xfrm>
            <a:off x="6263640" y="2148840"/>
            <a:ext cx="5257080" cy="41976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2000" b="1" u="none" strike="noStrike">
                <a:solidFill>
                  <a:srgbClr val="57C481"/>
                </a:solidFill>
                <a:effectLst/>
                <a:uFillTx/>
                <a:latin typeface="Arial"/>
                <a:ea typeface="Arial"/>
              </a:rPr>
              <a:t>PRIORITY 4 — HIGH (CONT.)</a:t>
            </a:r>
            <a:endParaRPr lang="en-US" sz="2000" b="0" u="none" strike="noStrike">
              <a:solidFill>
                <a:srgbClr val="FFFFFF"/>
              </a:solidFill>
              <a:effectLst/>
              <a:uFillTx/>
              <a:latin typeface="Arial"/>
            </a:endParaRPr>
          </a:p>
        </p:txBody>
      </p:sp>
      <p:sp>
        <p:nvSpPr>
          <p:cNvPr id="163" name="TextBox 181"/>
          <p:cNvSpPr/>
          <p:nvPr/>
        </p:nvSpPr>
        <p:spPr>
          <a:xfrm>
            <a:off x="6263640" y="2606040"/>
            <a:ext cx="5211360" cy="1471320"/>
          </a:xfrm>
          <a:prstGeom prst="rect">
            <a:avLst/>
          </a:prstGeom>
          <a:noFill/>
          <a:ln w="0">
            <a:noFill/>
          </a:ln>
        </p:spPr>
        <p:style>
          <a:lnRef idx="0"/>
          <a:fillRef idx="0"/>
          <a:effectRef idx="0"/>
          <a:fontRef idx="minor"/>
        </p:style>
        <p:txBody>
          <a:bodyPr lIns="27360" tIns="36720" rIns="45720" bIns="27360" anchor="t">
            <a:spAutoFit/>
          </a:bodyPr>
          <a:p>
            <a:pPr>
              <a:lnSpc>
                <a:spcPct val="110000"/>
              </a:lnSpc>
              <a:spcAft>
                <a:spcPts val="1001"/>
              </a:spcAft>
            </a:pPr>
            <a:r>
              <a:rPr lang="en-US" sz="1740" b="0" u="none" strike="noStrike">
                <a:solidFill>
                  <a:srgbClr val="F7FAFA"/>
                </a:solidFill>
                <a:effectLst/>
                <a:uFillTx/>
                <a:latin typeface="Arial"/>
                <a:ea typeface="Arial"/>
              </a:rPr>
              <a:t>STD-008  Check container indexes</a:t>
            </a:r>
            <a:endParaRPr lang="en-US" sz="1740" b="0" u="none" strike="noStrike">
              <a:solidFill>
                <a:srgbClr val="FFFFFF"/>
              </a:solidFill>
              <a:effectLst/>
              <a:uFillTx/>
              <a:latin typeface="Arial"/>
            </a:endParaRPr>
          </a:p>
          <a:p>
            <a:pPr>
              <a:lnSpc>
                <a:spcPct val="110000"/>
              </a:lnSpc>
              <a:spcAft>
                <a:spcPts val="1001"/>
              </a:spcAft>
            </a:pPr>
            <a:r>
              <a:rPr lang="en-US" sz="1740" b="0" u="none" strike="noStrike">
                <a:solidFill>
                  <a:srgbClr val="F7FAFA"/>
                </a:solidFill>
                <a:effectLst/>
                <a:uFillTx/>
                <a:latin typeface="Arial"/>
                <a:ea typeface="Arial"/>
              </a:rPr>
              <a:t>STD-009  Validate pointer access</a:t>
            </a:r>
            <a:endParaRPr lang="en-US" sz="1740" b="0" u="none" strike="noStrike">
              <a:solidFill>
                <a:srgbClr val="FFFFFF"/>
              </a:solidFill>
              <a:effectLst/>
              <a:uFillTx/>
              <a:latin typeface="Arial"/>
            </a:endParaRPr>
          </a:p>
          <a:p>
            <a:pPr>
              <a:lnSpc>
                <a:spcPct val="110000"/>
              </a:lnSpc>
              <a:spcAft>
                <a:spcPts val="1001"/>
              </a:spcAft>
            </a:pPr>
            <a:r>
              <a:rPr lang="en-US" sz="1740" b="0" u="none" strike="noStrike">
                <a:solidFill>
                  <a:srgbClr val="F7FAFA"/>
                </a:solidFill>
                <a:effectLst/>
                <a:uFillTx/>
                <a:latin typeface="Arial"/>
                <a:ea typeface="Arial"/>
              </a:rPr>
              <a:t>STD-010  Prevent double deletion</a:t>
            </a:r>
            <a:endParaRPr lang="en-US" sz="1740" b="0" u="none" strike="noStrike">
              <a:solidFill>
                <a:srgbClr val="FFFFFF"/>
              </a:solidFill>
              <a:effectLst/>
              <a:uFillTx/>
              <a:latin typeface="Arial"/>
            </a:endParaRPr>
          </a:p>
        </p:txBody>
      </p:sp>
      <p:sp>
        <p:nvSpPr>
          <p:cNvPr id="164" name="TextBox 182"/>
          <p:cNvSpPr/>
          <p:nvPr/>
        </p:nvSpPr>
        <p:spPr>
          <a:xfrm>
            <a:off x="6263640" y="4078080"/>
            <a:ext cx="5211360" cy="39240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2000" b="1" u="none" strike="noStrike">
                <a:solidFill>
                  <a:srgbClr val="57C481"/>
                </a:solidFill>
                <a:effectLst/>
                <a:uFillTx/>
                <a:latin typeface="Arial"/>
                <a:ea typeface="Arial"/>
              </a:rPr>
              <a:t>PRIORITY 3 — MEDIUM</a:t>
            </a:r>
            <a:endParaRPr lang="en-US" sz="2000" b="0" u="none" strike="noStrike">
              <a:solidFill>
                <a:srgbClr val="FFFFFF"/>
              </a:solidFill>
              <a:effectLst/>
              <a:uFillTx/>
              <a:latin typeface="Arial"/>
            </a:endParaRPr>
          </a:p>
        </p:txBody>
      </p:sp>
      <p:sp>
        <p:nvSpPr>
          <p:cNvPr id="165" name="TextBox 183"/>
          <p:cNvSpPr/>
          <p:nvPr/>
        </p:nvSpPr>
        <p:spPr>
          <a:xfrm>
            <a:off x="6263640" y="4498920"/>
            <a:ext cx="5211360" cy="1151280"/>
          </a:xfrm>
          <a:prstGeom prst="rect">
            <a:avLst/>
          </a:prstGeom>
          <a:noFill/>
          <a:ln w="0">
            <a:noFill/>
          </a:ln>
        </p:spPr>
        <p:style>
          <a:lnRef idx="0"/>
          <a:fillRef idx="0"/>
          <a:effectRef idx="0"/>
          <a:fontRef idx="minor"/>
        </p:style>
        <p:txBody>
          <a:bodyPr lIns="27360" tIns="36720" rIns="45720" bIns="27360" anchor="t">
            <a:spAutoFit/>
          </a:bodyPr>
          <a:p>
            <a:pPr>
              <a:lnSpc>
                <a:spcPct val="110000"/>
              </a:lnSpc>
              <a:spcAft>
                <a:spcPts val="1001"/>
              </a:spcAft>
            </a:pPr>
            <a:r>
              <a:rPr lang="en-US" sz="1740" b="0" u="none" strike="noStrike">
                <a:solidFill>
                  <a:srgbClr val="F7FAFA"/>
                </a:solidFill>
                <a:effectLst/>
                <a:uFillTx/>
                <a:latin typeface="Arial"/>
                <a:ea typeface="Arial"/>
              </a:rPr>
              <a:t>STD-006  Avoid assertion side effects</a:t>
            </a:r>
            <a:endParaRPr lang="en-US" sz="1740" b="0" u="none" strike="noStrike">
              <a:solidFill>
                <a:srgbClr val="FFFFFF"/>
              </a:solidFill>
              <a:effectLst/>
              <a:uFillTx/>
              <a:latin typeface="Arial"/>
            </a:endParaRPr>
          </a:p>
          <a:p>
            <a:pPr>
              <a:lnSpc>
                <a:spcPct val="110000"/>
              </a:lnSpc>
              <a:spcAft>
                <a:spcPts val="1001"/>
              </a:spcAft>
            </a:pPr>
            <a:r>
              <a:rPr lang="en-US" sz="1740" b="0" u="none" strike="noStrike">
                <a:solidFill>
                  <a:srgbClr val="F7FAFA"/>
                </a:solidFill>
                <a:effectLst/>
                <a:uFillTx/>
                <a:latin typeface="Arial"/>
                <a:ea typeface="Arial"/>
              </a:rPr>
              <a:t>STD-007  Handle exceptions safely</a:t>
            </a:r>
            <a:endParaRPr lang="en-US" sz="1740" b="0" u="none" strike="noStrike">
              <a:solidFill>
                <a:srgbClr val="FFFFFF"/>
              </a:solidFill>
              <a:effectLst/>
              <a:uFillTx/>
              <a:latin typeface="Arial"/>
            </a:endParaRPr>
          </a:p>
        </p:txBody>
      </p:sp>
      <p:sp>
        <p:nvSpPr>
          <p:cNvPr id="166" name="TextBox 184"/>
          <p:cNvSpPr/>
          <p:nvPr/>
        </p:nvSpPr>
        <p:spPr>
          <a:xfrm>
            <a:off x="786240" y="5989320"/>
            <a:ext cx="10332000" cy="36504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1470" b="0" u="none" strike="noStrike">
                <a:solidFill>
                  <a:srgbClr val="D0DBD5"/>
                </a:solidFill>
                <a:effectLst/>
                <a:uFillTx/>
                <a:latin typeface="Arial"/>
                <a:ea typeface="Arial"/>
              </a:rPr>
              <a:t>Priority considers impact, likelihood, and remediation effort—not the standard ID.</a:t>
            </a:r>
            <a:endParaRPr lang="en-US" sz="147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ENCRYPTION POLICIES</a:t>
            </a:r>
            <a:endParaRPr lang="en-US" sz="4000" b="0" u="none" strike="noStrike">
              <a:solidFill>
                <a:srgbClr val="000000"/>
              </a:solidFill>
              <a:effectLst/>
              <a:uFillTx/>
              <a:latin typeface="Arial"/>
            </a:endParaRPr>
          </a:p>
        </p:txBody>
      </p:sp>
      <p:sp>
        <p:nvSpPr>
          <p:cNvPr id="168"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169" name="Google Shape;183;p7" descr="Green Pace logo"/>
          <p:cNvPicPr/>
          <p:nvPr/>
        </p:nvPicPr>
        <p:blipFill>
          <a:blip r:embed="rId1"/>
          <a:stretch/>
        </p:blipFill>
        <p:spPr>
          <a:xfrm>
            <a:off x="11084040" y="5440680"/>
            <a:ext cx="885960" cy="1148400"/>
          </a:xfrm>
          <a:prstGeom prst="rect">
            <a:avLst/>
          </a:prstGeom>
          <a:noFill/>
          <a:ln w="0">
            <a:noFill/>
          </a:ln>
        </p:spPr>
      </p:pic>
      <p:sp>
        <p:nvSpPr>
          <p:cNvPr id="170" name="TextBox 183"/>
          <p:cNvSpPr/>
          <p:nvPr/>
        </p:nvSpPr>
        <p:spPr>
          <a:xfrm>
            <a:off x="813960" y="2212920"/>
            <a:ext cx="10697760" cy="3757320"/>
          </a:xfrm>
          <a:prstGeom prst="rect">
            <a:avLst/>
          </a:prstGeom>
          <a:noFill/>
          <a:ln w="0">
            <a:noFill/>
          </a:ln>
        </p:spPr>
        <p:style>
          <a:lnRef idx="0"/>
          <a:fillRef idx="0"/>
          <a:effectRef idx="0"/>
          <a:fontRef idx="minor"/>
        </p:style>
        <p:txBody>
          <a:bodyPr lIns="27360" tIns="36720" rIns="45720" bIns="27360" anchor="t">
            <a:spAutoFit/>
          </a:bodyPr>
          <a:p>
            <a:pPr>
              <a:lnSpc>
                <a:spcPct val="104000"/>
              </a:lnSpc>
              <a:spcAft>
                <a:spcPts val="1301"/>
              </a:spcAft>
            </a:pPr>
            <a:r>
              <a:rPr lang="en-US" sz="1800" b="1" u="none" strike="noStrike">
                <a:solidFill>
                  <a:srgbClr val="57C481"/>
                </a:solidFill>
                <a:effectLst/>
                <a:uFillTx/>
                <a:latin typeface="Arial"/>
                <a:ea typeface="Arial"/>
              </a:rPr>
              <a:t>IN FLIGHT — Protect data moving across networks</a:t>
            </a:r>
            <a:endParaRPr lang="en-US" sz="1800" b="0" u="none" strike="noStrike">
              <a:solidFill>
                <a:srgbClr val="FFFFFF"/>
              </a:solidFill>
              <a:effectLst/>
              <a:uFillTx/>
              <a:latin typeface="Arial"/>
            </a:endParaRPr>
          </a:p>
          <a:p>
            <a:pPr>
              <a:lnSpc>
                <a:spcPct val="104000"/>
              </a:lnSpc>
              <a:spcAft>
                <a:spcPts val="1301"/>
              </a:spcAft>
            </a:pPr>
            <a:r>
              <a:rPr lang="en-US" sz="1800" b="0" u="none" strike="noStrike">
                <a:solidFill>
                  <a:srgbClr val="F7FAFA"/>
                </a:solidFill>
                <a:effectLst/>
                <a:uFillTx/>
                <a:latin typeface="Arial"/>
                <a:ea typeface="Arial"/>
              </a:rPr>
              <a:t>Use TLS 1.3 where supported for browser, API, database, and administrator connections; verify certificates.</a:t>
            </a:r>
            <a:endParaRPr lang="en-US" sz="1800" b="0" u="none" strike="noStrike">
              <a:solidFill>
                <a:srgbClr val="FFFFFF"/>
              </a:solidFill>
              <a:effectLst/>
              <a:uFillTx/>
              <a:latin typeface="Arial"/>
            </a:endParaRPr>
          </a:p>
          <a:p>
            <a:pPr>
              <a:lnSpc>
                <a:spcPct val="104000"/>
              </a:lnSpc>
              <a:spcAft>
                <a:spcPts val="1301"/>
              </a:spcAft>
            </a:pPr>
            <a:r>
              <a:rPr lang="en-US" sz="1800" b="1" u="none" strike="noStrike">
                <a:solidFill>
                  <a:srgbClr val="57C481"/>
                </a:solidFill>
                <a:effectLst/>
                <a:uFillTx/>
                <a:latin typeface="Arial"/>
                <a:ea typeface="Arial"/>
              </a:rPr>
              <a:t>AT REST — Protect stored information</a:t>
            </a:r>
            <a:endParaRPr lang="en-US" sz="1800" b="0" u="none" strike="noStrike">
              <a:solidFill>
                <a:srgbClr val="FFFFFF"/>
              </a:solidFill>
              <a:effectLst/>
              <a:uFillTx/>
              <a:latin typeface="Arial"/>
            </a:endParaRPr>
          </a:p>
          <a:p>
            <a:pPr>
              <a:lnSpc>
                <a:spcPct val="104000"/>
              </a:lnSpc>
              <a:spcAft>
                <a:spcPts val="1301"/>
              </a:spcAft>
            </a:pPr>
            <a:r>
              <a:rPr lang="en-US" sz="1800" b="0" u="none" strike="noStrike">
                <a:solidFill>
                  <a:srgbClr val="F7FAFA"/>
                </a:solidFill>
                <a:effectLst/>
                <a:uFillTx/>
                <a:latin typeface="Arial"/>
                <a:ea typeface="Arial"/>
              </a:rPr>
              <a:t>Apply approved AES-256 encryption to databases, backups, and devices; manage and rotate keys securely.</a:t>
            </a:r>
            <a:endParaRPr lang="en-US" sz="1800" b="0" u="none" strike="noStrike">
              <a:solidFill>
                <a:srgbClr val="FFFFFF"/>
              </a:solidFill>
              <a:effectLst/>
              <a:uFillTx/>
              <a:latin typeface="Arial"/>
            </a:endParaRPr>
          </a:p>
          <a:p>
            <a:pPr>
              <a:lnSpc>
                <a:spcPct val="104000"/>
              </a:lnSpc>
              <a:spcAft>
                <a:spcPts val="1301"/>
              </a:spcAft>
            </a:pPr>
            <a:r>
              <a:rPr lang="en-US" sz="1800" b="1" u="none" strike="noStrike">
                <a:solidFill>
                  <a:srgbClr val="57C481"/>
                </a:solidFill>
                <a:effectLst/>
                <a:uFillTx/>
                <a:latin typeface="Arial"/>
                <a:ea typeface="Arial"/>
              </a:rPr>
              <a:t>IN USE — Limit exposure while software processes data</a:t>
            </a:r>
            <a:endParaRPr lang="en-US" sz="1800" b="0" u="none" strike="noStrike">
              <a:solidFill>
                <a:srgbClr val="FFFFFF"/>
              </a:solidFill>
              <a:effectLst/>
              <a:uFillTx/>
              <a:latin typeface="Arial"/>
            </a:endParaRPr>
          </a:p>
          <a:p>
            <a:pPr>
              <a:lnSpc>
                <a:spcPct val="104000"/>
              </a:lnSpc>
              <a:spcAft>
                <a:spcPts val="1301"/>
              </a:spcAft>
            </a:pPr>
            <a:r>
              <a:rPr lang="en-US" sz="1800" b="0" u="none" strike="noStrike">
                <a:solidFill>
                  <a:srgbClr val="F7FAFA"/>
                </a:solidFill>
                <a:effectLst/>
                <a:uFillTx/>
                <a:latin typeface="Arial"/>
                <a:ea typeface="Arial"/>
              </a:rPr>
              <a:t>Use least privilege, process isolation, and short-lived plaintext; consider confidential computing when warranted.</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TRIPLE-A POLICIES</a:t>
            </a:r>
            <a:endParaRPr lang="en-US" sz="4000" b="0" u="none" strike="noStrike">
              <a:solidFill>
                <a:srgbClr val="000000"/>
              </a:solidFill>
              <a:effectLst/>
              <a:uFillTx/>
              <a:latin typeface="Arial"/>
            </a:endParaRPr>
          </a:p>
        </p:txBody>
      </p:sp>
      <p:sp>
        <p:nvSpPr>
          <p:cNvPr id="172"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173" name="Google Shape;190;p8" descr="Green Pace logo"/>
          <p:cNvPicPr/>
          <p:nvPr/>
        </p:nvPicPr>
        <p:blipFill>
          <a:blip r:embed="rId1"/>
          <a:stretch/>
        </p:blipFill>
        <p:spPr>
          <a:xfrm>
            <a:off x="11084040" y="5440680"/>
            <a:ext cx="885960" cy="1148400"/>
          </a:xfrm>
          <a:prstGeom prst="rect">
            <a:avLst/>
          </a:prstGeom>
          <a:noFill/>
          <a:ln w="0">
            <a:noFill/>
          </a:ln>
        </p:spPr>
      </p:pic>
      <p:sp>
        <p:nvSpPr>
          <p:cNvPr id="174" name="TextBox 190"/>
          <p:cNvSpPr/>
          <p:nvPr/>
        </p:nvSpPr>
        <p:spPr>
          <a:xfrm>
            <a:off x="813960" y="2176200"/>
            <a:ext cx="10697760" cy="3912840"/>
          </a:xfrm>
          <a:prstGeom prst="rect">
            <a:avLst/>
          </a:prstGeom>
          <a:noFill/>
          <a:ln w="0">
            <a:noFill/>
          </a:ln>
        </p:spPr>
        <p:style>
          <a:lnRef idx="0"/>
          <a:fillRef idx="0"/>
          <a:effectRef idx="0"/>
          <a:fontRef idx="minor"/>
        </p:style>
        <p:txBody>
          <a:bodyPr lIns="27360" tIns="36720" rIns="45720" bIns="27360" anchor="t">
            <a:spAutoFit/>
          </a:bodyPr>
          <a:p>
            <a:pPr>
              <a:lnSpc>
                <a:spcPct val="102000"/>
              </a:lnSpc>
              <a:spcAft>
                <a:spcPts val="1301"/>
              </a:spcAft>
            </a:pPr>
            <a:r>
              <a:rPr lang="en-US" sz="1840" b="1" u="none" strike="noStrike">
                <a:solidFill>
                  <a:srgbClr val="57C481"/>
                </a:solidFill>
                <a:effectLst/>
                <a:uFillTx/>
                <a:latin typeface="Arial"/>
                <a:ea typeface="Arial"/>
              </a:rPr>
              <a:t>AUTHENTICATION — Who are you?</a:t>
            </a:r>
            <a:endParaRPr lang="en-US" sz="1840" b="0" u="none" strike="noStrike">
              <a:solidFill>
                <a:srgbClr val="FFFFFF"/>
              </a:solidFill>
              <a:effectLst/>
              <a:uFillTx/>
              <a:latin typeface="Arial"/>
            </a:endParaRPr>
          </a:p>
          <a:p>
            <a:pPr>
              <a:lnSpc>
                <a:spcPct val="102000"/>
              </a:lnSpc>
              <a:spcAft>
                <a:spcPts val="1301"/>
              </a:spcAft>
            </a:pPr>
            <a:r>
              <a:rPr lang="en-US" sz="1840" b="0" u="none" strike="noStrike">
                <a:solidFill>
                  <a:srgbClr val="F7FAFA"/>
                </a:solidFill>
                <a:effectLst/>
                <a:uFillTx/>
                <a:latin typeface="Arial"/>
                <a:ea typeface="Arial"/>
              </a:rPr>
              <a:t>Verify identities and require multifactor authentication for remote or privileged access.</a:t>
            </a:r>
            <a:endParaRPr lang="en-US" sz="1840" b="0" u="none" strike="noStrike">
              <a:solidFill>
                <a:srgbClr val="FFFFFF"/>
              </a:solidFill>
              <a:effectLst/>
              <a:uFillTx/>
              <a:latin typeface="Arial"/>
            </a:endParaRPr>
          </a:p>
          <a:p>
            <a:pPr>
              <a:lnSpc>
                <a:spcPct val="102000"/>
              </a:lnSpc>
              <a:spcAft>
                <a:spcPts val="1301"/>
              </a:spcAft>
            </a:pPr>
            <a:r>
              <a:rPr lang="en-US" sz="1840" b="1" u="none" strike="noStrike">
                <a:solidFill>
                  <a:srgbClr val="57C481"/>
                </a:solidFill>
                <a:effectLst/>
                <a:uFillTx/>
                <a:latin typeface="Arial"/>
                <a:ea typeface="Arial"/>
              </a:rPr>
              <a:t>AUTHORIZATION — What are you allowed to do?</a:t>
            </a:r>
            <a:endParaRPr lang="en-US" sz="1840" b="0" u="none" strike="noStrike">
              <a:solidFill>
                <a:srgbClr val="FFFFFF"/>
              </a:solidFill>
              <a:effectLst/>
              <a:uFillTx/>
              <a:latin typeface="Arial"/>
            </a:endParaRPr>
          </a:p>
          <a:p>
            <a:pPr>
              <a:lnSpc>
                <a:spcPct val="102000"/>
              </a:lnSpc>
              <a:spcAft>
                <a:spcPts val="1301"/>
              </a:spcAft>
            </a:pPr>
            <a:r>
              <a:rPr lang="en-US" sz="1840" b="0" u="none" strike="noStrike">
                <a:solidFill>
                  <a:srgbClr val="F7FAFA"/>
                </a:solidFill>
                <a:effectLst/>
                <a:uFillTx/>
                <a:latin typeface="Arial"/>
                <a:ea typeface="Arial"/>
              </a:rPr>
              <a:t>Deny access by default; use roles, ownership checks, and the least privilege needed for each task.</a:t>
            </a:r>
            <a:endParaRPr lang="en-US" sz="1840" b="0" u="none" strike="noStrike">
              <a:solidFill>
                <a:srgbClr val="FFFFFF"/>
              </a:solidFill>
              <a:effectLst/>
              <a:uFillTx/>
              <a:latin typeface="Arial"/>
            </a:endParaRPr>
          </a:p>
          <a:p>
            <a:pPr>
              <a:lnSpc>
                <a:spcPct val="102000"/>
              </a:lnSpc>
              <a:spcAft>
                <a:spcPts val="1301"/>
              </a:spcAft>
            </a:pPr>
            <a:r>
              <a:rPr lang="en-US" sz="1840" b="1" u="none" strike="noStrike">
                <a:solidFill>
                  <a:srgbClr val="57C481"/>
                </a:solidFill>
                <a:effectLst/>
                <a:uFillTx/>
                <a:latin typeface="Arial"/>
                <a:ea typeface="Arial"/>
              </a:rPr>
              <a:t>ACCOUNTING — What happened?</a:t>
            </a:r>
            <a:endParaRPr lang="en-US" sz="1840" b="0" u="none" strike="noStrike">
              <a:solidFill>
                <a:srgbClr val="FFFFFF"/>
              </a:solidFill>
              <a:effectLst/>
              <a:uFillTx/>
              <a:latin typeface="Arial"/>
            </a:endParaRPr>
          </a:p>
          <a:p>
            <a:pPr>
              <a:lnSpc>
                <a:spcPct val="102000"/>
              </a:lnSpc>
              <a:spcAft>
                <a:spcPts val="1301"/>
              </a:spcAft>
            </a:pPr>
            <a:r>
              <a:rPr lang="en-US" sz="1840" b="0" u="none" strike="noStrike">
                <a:solidFill>
                  <a:srgbClr val="F7FAFA"/>
                </a:solidFill>
                <a:effectLst/>
                <a:uFillTx/>
                <a:latin typeface="Arial"/>
                <a:ea typeface="Arial"/>
              </a:rPr>
              <a:t>Audit logins, permission changes, and sensitive transactions; protect logs and never record secrets.</a:t>
            </a:r>
            <a:endParaRPr lang="en-US" sz="184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Unit Testing</a:t>
            </a:r>
            <a:endParaRPr lang="en-US" sz="4000" b="0" u="none" strike="noStrike">
              <a:solidFill>
                <a:srgbClr val="000000"/>
              </a:solidFill>
              <a:effectLst/>
              <a:uFillTx/>
              <a:latin typeface="Arial"/>
            </a:endParaRPr>
          </a:p>
        </p:txBody>
      </p:sp>
      <p:sp>
        <p:nvSpPr>
          <p:cNvPr id="176" name="PlaceHolder 2"/>
          <p:cNvSpPr>
            <a:spLocks noGrp="1"/>
          </p:cNvSpPr>
          <p:nvPr>
            <p:ph/>
          </p:nvPr>
        </p:nvSpPr>
        <p:spPr>
          <a:xfrm>
            <a:off x="685800" y="2194560"/>
            <a:ext cx="10819800" cy="4023360"/>
          </a:xfrm>
          <a:prstGeom prst="rect">
            <a:avLst/>
          </a:prstGeom>
          <a:noFill/>
          <a:ln w="0">
            <a:noFill/>
          </a:ln>
        </p:spPr>
        <p:txBody>
          <a:bodyPr lIns="91440" tIns="45720" rIns="91440" bIns="45720" anchor="t">
            <a:noAutofit/>
          </a:bodyPr>
          <a:p>
            <a:pPr indent="0" algn="l">
              <a:spcBef>
                <a:spcPts val="1417"/>
              </a:spcBef>
              <a:buNone/>
            </a:pPr>
            <a:endParaRPr lang="en-US" sz="2200" b="0" u="none" strike="noStrike">
              <a:solidFill>
                <a:srgbClr val="000000"/>
              </a:solidFill>
              <a:effectLst/>
              <a:uFillTx/>
              <a:latin typeface="Arial"/>
            </a:endParaRPr>
          </a:p>
        </p:txBody>
      </p:sp>
      <p:pic>
        <p:nvPicPr>
          <p:cNvPr id="177" name="Google Shape;197;g9504e29505_0_0" descr="Green Pace logo"/>
          <p:cNvPicPr/>
          <p:nvPr/>
        </p:nvPicPr>
        <p:blipFill>
          <a:blip r:embed="rId1"/>
          <a:stretch/>
        </p:blipFill>
        <p:spPr>
          <a:xfrm>
            <a:off x="11084040" y="5440680"/>
            <a:ext cx="885960" cy="1148400"/>
          </a:xfrm>
          <a:prstGeom prst="rect">
            <a:avLst/>
          </a:prstGeom>
          <a:noFill/>
          <a:ln w="0">
            <a:noFill/>
          </a:ln>
        </p:spPr>
      </p:pic>
      <p:sp>
        <p:nvSpPr>
          <p:cNvPr id="178" name="TextBox 197"/>
          <p:cNvSpPr/>
          <p:nvPr/>
        </p:nvSpPr>
        <p:spPr>
          <a:xfrm>
            <a:off x="713160" y="1993320"/>
            <a:ext cx="10606320" cy="33768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1700" b="1" u="none" strike="noStrike">
                <a:solidFill>
                  <a:srgbClr val="57C481"/>
                </a:solidFill>
                <a:effectLst/>
                <a:uFillTx/>
                <a:latin typeface="Arial"/>
                <a:ea typeface="Arial"/>
              </a:rPr>
              <a:t>C++ string index safety  •  Google Test  •  STD-003-CPP</a:t>
            </a:r>
            <a:endParaRPr lang="en-US" sz="1700" b="0" u="none" strike="noStrike">
              <a:solidFill>
                <a:srgbClr val="FFFFFF"/>
              </a:solidFill>
              <a:effectLst/>
              <a:uFillTx/>
              <a:latin typeface="Arial"/>
            </a:endParaRPr>
          </a:p>
        </p:txBody>
      </p:sp>
      <p:sp>
        <p:nvSpPr>
          <p:cNvPr id="179" name="TextBox 198"/>
          <p:cNvSpPr/>
          <p:nvPr/>
        </p:nvSpPr>
        <p:spPr>
          <a:xfrm>
            <a:off x="777240" y="2487240"/>
            <a:ext cx="5083200" cy="3218040"/>
          </a:xfrm>
          <a:prstGeom prst="rect">
            <a:avLst/>
          </a:prstGeom>
          <a:noFill/>
          <a:ln w="0">
            <a:noFill/>
          </a:ln>
        </p:spPr>
        <p:style>
          <a:lnRef idx="0"/>
          <a:fillRef idx="0"/>
          <a:effectRef idx="0"/>
          <a:fontRef idx="minor"/>
        </p:style>
        <p:txBody>
          <a:bodyPr lIns="27360" tIns="36720" rIns="45720" bIns="27360" anchor="t">
            <a:spAutoFit/>
          </a:bodyPr>
          <a:p>
            <a:pPr>
              <a:lnSpc>
                <a:spcPct val="100000"/>
              </a:lnSpc>
              <a:spcAft>
                <a:spcPts val="1199"/>
              </a:spcAft>
            </a:pPr>
            <a:r>
              <a:rPr lang="en-US" sz="1660" b="0" u="none" strike="noStrike">
                <a:solidFill>
                  <a:srgbClr val="F7FAFA"/>
                </a:solidFill>
                <a:effectLst/>
                <a:uFillTx/>
                <a:latin typeface="Arial"/>
                <a:ea typeface="Arial"/>
              </a:rPr>
              <a:t>POSITIVE  ✓ ValidIndex → 'a'</a:t>
            </a:r>
            <a:endParaRPr lang="en-US" sz="1660" b="0" u="none" strike="noStrike">
              <a:solidFill>
                <a:srgbClr val="FFFFFF"/>
              </a:solidFill>
              <a:effectLst/>
              <a:uFillTx/>
              <a:latin typeface="Arial"/>
            </a:endParaRPr>
          </a:p>
          <a:p>
            <a:pPr>
              <a:lnSpc>
                <a:spcPct val="100000"/>
              </a:lnSpc>
              <a:spcAft>
                <a:spcPts val="1199"/>
              </a:spcAft>
            </a:pPr>
            <a:r>
              <a:rPr lang="en-US" sz="1660" b="0" u="none" strike="noStrike">
                <a:solidFill>
                  <a:srgbClr val="F7FAFA"/>
                </a:solidFill>
                <a:effectLst/>
                <a:uFillTx/>
                <a:latin typeface="Arial"/>
                <a:ea typeface="Arial"/>
              </a:rPr>
              <a:t>POSITIVE  ✓ FirstCharacter → 'P'</a:t>
            </a:r>
            <a:endParaRPr lang="en-US" sz="1660" b="0" u="none" strike="noStrike">
              <a:solidFill>
                <a:srgbClr val="FFFFFF"/>
              </a:solidFill>
              <a:effectLst/>
              <a:uFillTx/>
              <a:latin typeface="Arial"/>
            </a:endParaRPr>
          </a:p>
          <a:p>
            <a:pPr>
              <a:lnSpc>
                <a:spcPct val="100000"/>
              </a:lnSpc>
              <a:spcAft>
                <a:spcPts val="1199"/>
              </a:spcAft>
            </a:pPr>
            <a:r>
              <a:rPr lang="en-US" sz="1660" b="0" u="none" strike="noStrike">
                <a:solidFill>
                  <a:srgbClr val="F7FAFA"/>
                </a:solidFill>
                <a:effectLst/>
                <a:uFillTx/>
                <a:latin typeface="Arial"/>
                <a:ea typeface="Arial"/>
              </a:rPr>
              <a:t>POSITIVE  ✓ LastCharacter → 'e'</a:t>
            </a:r>
            <a:endParaRPr lang="en-US" sz="1660" b="0" u="none" strike="noStrike">
              <a:solidFill>
                <a:srgbClr val="FFFFFF"/>
              </a:solidFill>
              <a:effectLst/>
              <a:uFillTx/>
              <a:latin typeface="Arial"/>
            </a:endParaRPr>
          </a:p>
          <a:p>
            <a:pPr>
              <a:lnSpc>
                <a:spcPct val="100000"/>
              </a:lnSpc>
              <a:spcAft>
                <a:spcPts val="1199"/>
              </a:spcAft>
            </a:pPr>
            <a:r>
              <a:rPr lang="en-US" sz="1660" b="0" u="none" strike="noStrike">
                <a:solidFill>
                  <a:srgbClr val="F7FAFA"/>
                </a:solidFill>
                <a:effectLst/>
                <a:uFillTx/>
                <a:latin typeface="Arial"/>
                <a:ea typeface="Arial"/>
              </a:rPr>
              <a:t>NEGATIVE  ✓ BeyondLength → throws</a:t>
            </a:r>
            <a:endParaRPr lang="en-US" sz="1660" b="0" u="none" strike="noStrike">
              <a:solidFill>
                <a:srgbClr val="FFFFFF"/>
              </a:solidFill>
              <a:effectLst/>
              <a:uFillTx/>
              <a:latin typeface="Arial"/>
            </a:endParaRPr>
          </a:p>
          <a:p>
            <a:pPr>
              <a:lnSpc>
                <a:spcPct val="100000"/>
              </a:lnSpc>
              <a:spcAft>
                <a:spcPts val="1199"/>
              </a:spcAft>
            </a:pPr>
            <a:r>
              <a:rPr lang="en-US" sz="1660" b="0" u="none" strike="noStrike">
                <a:solidFill>
                  <a:srgbClr val="F7FAFA"/>
                </a:solidFill>
                <a:effectLst/>
                <a:uFillTx/>
                <a:latin typeface="Arial"/>
                <a:ea typeface="Arial"/>
              </a:rPr>
              <a:t>NEGATIVE  ✓ IndexEqualsLength → throws</a:t>
            </a:r>
            <a:endParaRPr lang="en-US" sz="1660" b="0" u="none" strike="noStrike">
              <a:solidFill>
                <a:srgbClr val="FFFFFF"/>
              </a:solidFill>
              <a:effectLst/>
              <a:uFillTx/>
              <a:latin typeface="Arial"/>
            </a:endParaRPr>
          </a:p>
          <a:p>
            <a:pPr>
              <a:lnSpc>
                <a:spcPct val="100000"/>
              </a:lnSpc>
              <a:spcAft>
                <a:spcPts val="1199"/>
              </a:spcAft>
            </a:pPr>
            <a:r>
              <a:rPr lang="en-US" sz="1660" b="0" u="none" strike="noStrike">
                <a:solidFill>
                  <a:srgbClr val="F7FAFA"/>
                </a:solidFill>
                <a:effectLst/>
                <a:uFillTx/>
                <a:latin typeface="Arial"/>
                <a:ea typeface="Arial"/>
              </a:rPr>
              <a:t>NEGATIVE  ✓ EmptyString → throws</a:t>
            </a:r>
            <a:endParaRPr lang="en-US" sz="1660" b="0" u="none" strike="noStrike">
              <a:solidFill>
                <a:srgbClr val="FFFFFF"/>
              </a:solidFill>
              <a:effectLst/>
              <a:uFillTx/>
              <a:latin typeface="Arial"/>
            </a:endParaRPr>
          </a:p>
        </p:txBody>
      </p:sp>
      <p:pic>
        <p:nvPicPr>
          <p:cNvPr id="180" name="Picture 199" descr="image(20261020-072233).png"/>
          <p:cNvPicPr/>
          <p:nvPr/>
        </p:nvPicPr>
        <p:blipFill>
          <a:blip r:embed="rId2"/>
          <a:stretch/>
        </p:blipFill>
        <p:spPr>
          <a:xfrm>
            <a:off x="5970960" y="2459880"/>
            <a:ext cx="5238720" cy="2874600"/>
          </a:xfrm>
          <a:prstGeom prst="rect">
            <a:avLst/>
          </a:prstGeom>
          <a:noFill/>
          <a:ln w="0">
            <a:noFill/>
          </a:ln>
        </p:spPr>
      </p:pic>
      <p:sp>
        <p:nvSpPr>
          <p:cNvPr id="181" name="TextBox 200"/>
          <p:cNvSpPr/>
          <p:nvPr/>
        </p:nvSpPr>
        <p:spPr>
          <a:xfrm>
            <a:off x="6007680" y="5440680"/>
            <a:ext cx="5257080" cy="34668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1420" b="1" u="none" strike="noStrike">
                <a:solidFill>
                  <a:srgbClr val="57C481"/>
                </a:solidFill>
                <a:effectLst/>
                <a:uFillTx/>
                <a:latin typeface="Arial"/>
                <a:ea typeface="Arial"/>
              </a:rPr>
              <a:t>ACTUAL RESULT: 6 PASSED • 0 FAILED • 11 ms</a:t>
            </a:r>
            <a:endParaRPr lang="en-US" sz="1420" b="0" u="none" strike="noStrike">
              <a:solidFill>
                <a:srgbClr val="FFFFFF"/>
              </a:solidFill>
              <a:effectLst/>
              <a:uFillTx/>
              <a:latin typeface="Arial"/>
            </a:endParaRPr>
          </a:p>
        </p:txBody>
      </p:sp>
      <p:sp>
        <p:nvSpPr>
          <p:cNvPr id="182" name="TextBox 201"/>
          <p:cNvSpPr/>
          <p:nvPr/>
        </p:nvSpPr>
        <p:spPr>
          <a:xfrm>
            <a:off x="786240" y="5970960"/>
            <a:ext cx="10514880" cy="34668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1490" b="0" u="none" strike="noStrike">
                <a:solidFill>
                  <a:srgbClr val="D0DBD5"/>
                </a:solidFill>
                <a:effectLst/>
                <a:uFillTx/>
                <a:latin typeface="Arial"/>
                <a:ea typeface="Arial"/>
              </a:rPr>
              <a:t>Next: Add more boundary cases, fuzz inputs, and run Google Test automatically in CI.</a:t>
            </a:r>
            <a:endParaRPr lang="en-US" sz="149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AUTOMATION SUMMARY</a:t>
            </a:r>
            <a:endParaRPr lang="en-US" sz="4000" b="0" u="none" strike="noStrike">
              <a:solidFill>
                <a:srgbClr val="000000"/>
              </a:solidFill>
              <a:effectLst/>
              <a:uFillTx/>
              <a:latin typeface="Arial"/>
            </a:endParaRPr>
          </a:p>
        </p:txBody>
      </p:sp>
      <p:pic>
        <p:nvPicPr>
          <p:cNvPr id="184"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nvPr/>
        </p:nvPicPr>
        <p:blipFill>
          <a:blip r:embed="rId1"/>
          <a:stretch/>
        </p:blipFill>
        <p:spPr>
          <a:xfrm>
            <a:off x="1892520" y="2514600"/>
            <a:ext cx="7936920" cy="4012560"/>
          </a:xfrm>
          <a:prstGeom prst="rect">
            <a:avLst/>
          </a:prstGeom>
          <a:noFill/>
          <a:ln w="0">
            <a:noFill/>
          </a:ln>
        </p:spPr>
      </p:pic>
      <p:pic>
        <p:nvPicPr>
          <p:cNvPr id="185" name="Google Shape;204;p9" descr="Green Pace logo"/>
          <p:cNvPicPr/>
          <p:nvPr/>
        </p:nvPicPr>
        <p:blipFill>
          <a:blip r:embed="rId2"/>
          <a:stretch/>
        </p:blipFill>
        <p:spPr>
          <a:xfrm>
            <a:off x="11084040" y="5440680"/>
            <a:ext cx="885960" cy="1148400"/>
          </a:xfrm>
          <a:prstGeom prst="rect">
            <a:avLst/>
          </a:prstGeom>
          <a:noFill/>
          <a:ln w="0">
            <a:noFill/>
          </a:ln>
        </p:spPr>
      </p:pic>
      <p:sp>
        <p:nvSpPr>
          <p:cNvPr id="186" name="TextBox 204"/>
          <p:cNvSpPr/>
          <p:nvPr/>
        </p:nvSpPr>
        <p:spPr>
          <a:xfrm>
            <a:off x="722520" y="1947600"/>
            <a:ext cx="10789200" cy="23688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1410" b="0" u="none" strike="noStrike">
                <a:solidFill>
                  <a:srgbClr val="F7FAFA"/>
                </a:solidFill>
                <a:effectLst/>
                <a:uFillTx/>
                <a:latin typeface="Arial"/>
                <a:ea typeface="Arial"/>
              </a:rPr>
              <a:t>Build: compiler and Cppcheck  •  Verify: Google Test and sanitizers  •  Operate: logs and alerts</a:t>
            </a:r>
            <a:endParaRPr lang="en-US" sz="141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9" presetClass="entr" fill="hold" nodeType="clickEffect">
                                  <p:stCondLst>
                                    <p:cond delay="0"/>
                                  </p:stCondLst>
                                  <p:childTnLst>
                                    <p:set>
                                      <p:cBhvr>
                                        <p:cTn id="6" fill="hold">
                                          <p:stCondLst>
                                            <p:cond delay="0"/>
                                          </p:stCondLst>
                                        </p:cTn>
                                        <p:tgtEl>
                                          <p:spTgt spid="184"/>
                                        </p:tgtEl>
                                        <p:attrNameLst>
                                          <p:attrName>style.visibility</p:attrName>
                                        </p:attrNameLst>
                                      </p:cBhvr>
                                      <p:to>
                                        <p:strVal val="visible"/>
                                      </p:to>
                                    </p:set>
                                    <p:anim calcmode="lin" valueType="num">
                                      <p:cBhvr additive="repl">
                                        <p:cTn id="7" dur="250" fill="hold"/>
                                        <p:tgtEl>
                                          <p:spTgt spid="184"/>
                                        </p:tgtEl>
                                        <p:attrNameLst>
                                          <p:attrName>ppt_w</p:attrName>
                                        </p:attrNameLst>
                                      </p:cBhvr>
                                      <p:tavLst>
                                        <p:tav>
                                          <p:val>
                                            <p:strVal val="0"/>
                                          </p:val>
                                        </p:tav>
                                        <p:tav tm="100000">
                                          <p:val>
                                            <p:strVal val="#ppt_w"/>
                                          </p:val>
                                        </p:tav>
                                      </p:tavLst>
                                    </p:anim>
                                    <p:anim calcmode="lin" valueType="num">
                                      <p:cBhvr additive="repl">
                                        <p:cTn id="8" dur="250" fill="hold"/>
                                        <p:tgtEl>
                                          <p:spTgt spid="184"/>
                                        </p:tgtEl>
                                        <p:attrNameLst>
                                          <p:attrName>ppt_h</p:attrName>
                                        </p:attrNameLst>
                                      </p:cBhvr>
                                      <p:tavLst>
                                        <p:tav>
                                          <p:val>
                                            <p:strVal val="0"/>
                                          </p:val>
                                        </p:tav>
                                        <p:tav tm="100000">
                                          <p:val>
                                            <p:strVal val="#ppt_h"/>
                                          </p:val>
                                        </p:tav>
                                      </p:tavLst>
                                    </p:anim>
                                    <p:anim calcmode="lin" valueType="num">
                                      <p:cBhvr additive="repl">
                                        <p:cTn id="9" dur="250" fill="hold"/>
                                        <p:tgtEl>
                                          <p:spTgt spid="184"/>
                                        </p:tgtEl>
                                        <p:attrNameLst>
                                          <p:attrName>r</p:attrName>
                                        </p:attrNameLst>
                                      </p:cBhvr>
                                      <p:tavLst>
                                        <p:tav>
                                          <p:val>
                                            <p:strVal val="360"/>
                                          </p:val>
                                        </p:tav>
                                        <p:tav tm="100000">
                                          <p:val>
                                            <p:strVal val="0"/>
                                          </p:val>
                                        </p:tav>
                                      </p:tavLst>
                                    </p:anim>
                                    <p:animEffect transition="in" filter="fade">
                                      <p:cBhvr additive="repl">
                                        <p:cTn id="10" dur="25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3100" b="0" u="none" strike="noStrike">
                <a:solidFill>
                  <a:srgbClr val="F5F8F7"/>
                </a:solidFill>
                <a:effectLst/>
                <a:uFillTx/>
                <a:latin typeface="Arial"/>
                <a:ea typeface="Century Gothic"/>
              </a:rPr>
              <a:t>TOOLS  |  C++ SSDLC PIPELINE</a:t>
            </a:r>
            <a:endParaRPr lang="en-US" sz="3100" b="0" u="none" strike="noStrike">
              <a:solidFill>
                <a:srgbClr val="000000"/>
              </a:solidFill>
              <a:effectLst/>
              <a:uFillTx/>
              <a:latin typeface="Arial"/>
            </a:endParaRPr>
          </a:p>
        </p:txBody>
      </p:sp>
      <p:sp>
        <p:nvSpPr>
          <p:cNvPr id="188"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189" name="Google Shape;211;p 2" descr="Green Pace logo"/>
          <p:cNvPicPr/>
          <p:nvPr/>
        </p:nvPicPr>
        <p:blipFill>
          <a:blip r:embed="rId1"/>
          <a:stretch/>
        </p:blipFill>
        <p:spPr>
          <a:xfrm>
            <a:off x="11084040" y="5440680"/>
            <a:ext cx="885960" cy="1148400"/>
          </a:xfrm>
          <a:prstGeom prst="rect">
            <a:avLst/>
          </a:prstGeom>
          <a:noFill/>
          <a:ln w="0">
            <a:noFill/>
          </a:ln>
        </p:spPr>
      </p:pic>
      <p:sp>
        <p:nvSpPr>
          <p:cNvPr id="190" name="TextBox 34"/>
          <p:cNvSpPr/>
          <p:nvPr/>
        </p:nvSpPr>
        <p:spPr>
          <a:xfrm>
            <a:off x="758880" y="1974960"/>
            <a:ext cx="10652040" cy="25380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550" b="0" u="none" strike="noStrike">
                <a:solidFill>
                  <a:srgbClr val="C8D2CD"/>
                </a:solidFill>
                <a:effectLst/>
                <a:uFillTx/>
                <a:latin typeface="Arial"/>
                <a:ea typeface="Arial"/>
              </a:rPr>
              <a:t>Security checks start in design and continue through production.</a:t>
            </a:r>
            <a:endParaRPr lang="en-US" sz="1550" b="0" u="none" strike="noStrike">
              <a:solidFill>
                <a:srgbClr val="FFFFFF"/>
              </a:solidFill>
              <a:effectLst/>
              <a:uFillTx/>
              <a:latin typeface="Arial"/>
            </a:endParaRPr>
          </a:p>
        </p:txBody>
      </p:sp>
      <p:sp>
        <p:nvSpPr>
          <p:cNvPr id="191" name="Rounded Rectangle 5"/>
          <p:cNvSpPr/>
          <p:nvPr/>
        </p:nvSpPr>
        <p:spPr>
          <a:xfrm>
            <a:off x="621720" y="2468880"/>
            <a:ext cx="2449800" cy="3282120"/>
          </a:xfrm>
          <a:prstGeom prst="roundRect">
            <a:avLst>
              <a:gd name="adj" fmla="val 10000"/>
            </a:avLst>
          </a:prstGeom>
          <a:solidFill>
            <a:srgbClr val="0B1517"/>
          </a:solidFill>
          <a:ln w="17780">
            <a:solidFill>
              <a:srgbClr val="3D85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400" b="0" u="none" strike="noStrike">
              <a:solidFill>
                <a:schemeClr val="lt1"/>
              </a:solidFill>
              <a:effectLst/>
              <a:uFillTx/>
              <a:latin typeface="Arial"/>
            </a:endParaRPr>
          </a:p>
        </p:txBody>
      </p:sp>
      <p:sp>
        <p:nvSpPr>
          <p:cNvPr id="192" name="Rectangle 5"/>
          <p:cNvSpPr/>
          <p:nvPr/>
        </p:nvSpPr>
        <p:spPr>
          <a:xfrm>
            <a:off x="694800" y="2587680"/>
            <a:ext cx="49680" cy="410760"/>
          </a:xfrm>
          <a:prstGeom prst="rect">
            <a:avLst/>
          </a:prstGeom>
          <a:solidFill>
            <a:srgbClr val="5CC99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400" b="0" u="none" strike="noStrike">
              <a:solidFill>
                <a:schemeClr val="lt1"/>
              </a:solidFill>
              <a:effectLst/>
              <a:uFillTx/>
              <a:latin typeface="Arial"/>
            </a:endParaRPr>
          </a:p>
        </p:txBody>
      </p:sp>
      <p:sp>
        <p:nvSpPr>
          <p:cNvPr id="193" name="TextBox 35"/>
          <p:cNvSpPr/>
          <p:nvPr/>
        </p:nvSpPr>
        <p:spPr>
          <a:xfrm>
            <a:off x="822960" y="2597040"/>
            <a:ext cx="438120" cy="2005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200" b="1" u="none" strike="noStrike">
                <a:solidFill>
                  <a:srgbClr val="5CC998"/>
                </a:solidFill>
                <a:effectLst/>
                <a:uFillTx/>
                <a:latin typeface="Arial"/>
                <a:ea typeface="Arial"/>
              </a:rPr>
              <a:t>01</a:t>
            </a:r>
            <a:endParaRPr lang="en-US" sz="1200" b="0" u="none" strike="noStrike">
              <a:solidFill>
                <a:srgbClr val="FFFFFF"/>
              </a:solidFill>
              <a:effectLst/>
              <a:uFillTx/>
              <a:latin typeface="Arial"/>
            </a:endParaRPr>
          </a:p>
        </p:txBody>
      </p:sp>
      <p:sp>
        <p:nvSpPr>
          <p:cNvPr id="194" name="TextBox 36"/>
          <p:cNvSpPr/>
          <p:nvPr/>
        </p:nvSpPr>
        <p:spPr>
          <a:xfrm>
            <a:off x="795600" y="2971800"/>
            <a:ext cx="2175480" cy="2797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720" b="1" u="none" strike="noStrike">
                <a:solidFill>
                  <a:srgbClr val="F5F8F7"/>
                </a:solidFill>
                <a:effectLst/>
                <a:uFillTx/>
                <a:latin typeface="Arial"/>
                <a:ea typeface="Arial"/>
              </a:rPr>
              <a:t>PLAN / DESIGN</a:t>
            </a:r>
            <a:endParaRPr lang="en-US" sz="1720" b="0" u="none" strike="noStrike">
              <a:solidFill>
                <a:srgbClr val="FFFFFF"/>
              </a:solidFill>
              <a:effectLst/>
              <a:uFillTx/>
              <a:latin typeface="Arial"/>
            </a:endParaRPr>
          </a:p>
        </p:txBody>
      </p:sp>
      <p:sp>
        <p:nvSpPr>
          <p:cNvPr id="195" name="TextBox 37"/>
          <p:cNvSpPr/>
          <p:nvPr/>
        </p:nvSpPr>
        <p:spPr>
          <a:xfrm>
            <a:off x="795600" y="3456360"/>
            <a:ext cx="2120760" cy="17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020" b="1" u="none" strike="noStrike">
                <a:solidFill>
                  <a:srgbClr val="5CC998"/>
                </a:solidFill>
                <a:effectLst/>
                <a:uFillTx/>
                <a:latin typeface="Arial"/>
                <a:ea typeface="Arial"/>
              </a:rPr>
              <a:t>BEFORE CODE</a:t>
            </a:r>
            <a:endParaRPr lang="en-US" sz="1020" b="0" u="none" strike="noStrike">
              <a:solidFill>
                <a:srgbClr val="FFFFFF"/>
              </a:solidFill>
              <a:effectLst/>
              <a:uFillTx/>
              <a:latin typeface="Arial"/>
            </a:endParaRPr>
          </a:p>
        </p:txBody>
      </p:sp>
      <p:sp>
        <p:nvSpPr>
          <p:cNvPr id="196" name="TextBox 38"/>
          <p:cNvSpPr/>
          <p:nvPr/>
        </p:nvSpPr>
        <p:spPr>
          <a:xfrm>
            <a:off x="804600" y="3904560"/>
            <a:ext cx="2093400" cy="26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610" b="1" u="none" strike="noStrike">
                <a:solidFill>
                  <a:srgbClr val="F5F8F7"/>
                </a:solidFill>
                <a:effectLst/>
                <a:uFillTx/>
                <a:latin typeface="Arial"/>
                <a:ea typeface="Arial"/>
              </a:rPr>
              <a:t>Threat modeling</a:t>
            </a:r>
            <a:endParaRPr lang="en-US" sz="1610" b="0" u="none" strike="noStrike">
              <a:solidFill>
                <a:srgbClr val="FFFFFF"/>
              </a:solidFill>
              <a:effectLst/>
              <a:uFillTx/>
              <a:latin typeface="Arial"/>
            </a:endParaRPr>
          </a:p>
        </p:txBody>
      </p:sp>
      <p:sp>
        <p:nvSpPr>
          <p:cNvPr id="197" name="TextBox 39"/>
          <p:cNvSpPr/>
          <p:nvPr/>
        </p:nvSpPr>
        <p:spPr>
          <a:xfrm>
            <a:off x="804600" y="4242960"/>
            <a:ext cx="2102400" cy="4201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320" b="0" u="none" strike="noStrike">
                <a:solidFill>
                  <a:srgbClr val="C8D2CD"/>
                </a:solidFill>
                <a:effectLst/>
                <a:uFillTx/>
                <a:latin typeface="Arial"/>
                <a:ea typeface="Arial"/>
              </a:rPr>
              <a:t>Entry points &amp; trust boundaries</a:t>
            </a:r>
            <a:endParaRPr lang="en-US" sz="1320" b="0" u="none" strike="noStrike">
              <a:solidFill>
                <a:srgbClr val="FFFFFF"/>
              </a:solidFill>
              <a:effectLst/>
              <a:uFillTx/>
              <a:latin typeface="Arial"/>
            </a:endParaRPr>
          </a:p>
        </p:txBody>
      </p:sp>
      <p:sp>
        <p:nvSpPr>
          <p:cNvPr id="198" name="TextBox 40"/>
          <p:cNvSpPr/>
          <p:nvPr/>
        </p:nvSpPr>
        <p:spPr>
          <a:xfrm>
            <a:off x="804600" y="4736520"/>
            <a:ext cx="2093400" cy="26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610" b="1" u="none" strike="noStrike">
                <a:solidFill>
                  <a:srgbClr val="F5F8F7"/>
                </a:solidFill>
                <a:effectLst/>
                <a:uFillTx/>
                <a:latin typeface="Arial"/>
                <a:ea typeface="Arial"/>
              </a:rPr>
              <a:t>Design reviews</a:t>
            </a:r>
            <a:endParaRPr lang="en-US" sz="1610" b="0" u="none" strike="noStrike">
              <a:solidFill>
                <a:srgbClr val="FFFFFF"/>
              </a:solidFill>
              <a:effectLst/>
              <a:uFillTx/>
              <a:latin typeface="Arial"/>
            </a:endParaRPr>
          </a:p>
        </p:txBody>
      </p:sp>
      <p:sp>
        <p:nvSpPr>
          <p:cNvPr id="199" name="TextBox 41"/>
          <p:cNvSpPr/>
          <p:nvPr/>
        </p:nvSpPr>
        <p:spPr>
          <a:xfrm>
            <a:off x="804600" y="5074920"/>
            <a:ext cx="2102400" cy="4201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320" b="0" u="none" strike="noStrike">
                <a:solidFill>
                  <a:srgbClr val="C8D2CD"/>
                </a:solidFill>
                <a:effectLst/>
                <a:uFillTx/>
                <a:latin typeface="Arial"/>
                <a:ea typeface="Arial"/>
              </a:rPr>
              <a:t>Least privilege &amp; architecture</a:t>
            </a:r>
            <a:endParaRPr lang="en-US" sz="1320" b="0" u="none" strike="noStrike">
              <a:solidFill>
                <a:srgbClr val="FFFFFF"/>
              </a:solidFill>
              <a:effectLst/>
              <a:uFillTx/>
              <a:latin typeface="Arial"/>
            </a:endParaRPr>
          </a:p>
        </p:txBody>
      </p:sp>
      <p:sp>
        <p:nvSpPr>
          <p:cNvPr id="200" name="Rounded Rectangle 6"/>
          <p:cNvSpPr/>
          <p:nvPr/>
        </p:nvSpPr>
        <p:spPr>
          <a:xfrm>
            <a:off x="3273480" y="2468880"/>
            <a:ext cx="2449800" cy="3282120"/>
          </a:xfrm>
          <a:prstGeom prst="roundRect">
            <a:avLst>
              <a:gd name="adj" fmla="val 10000"/>
            </a:avLst>
          </a:prstGeom>
          <a:solidFill>
            <a:srgbClr val="0B1517"/>
          </a:solidFill>
          <a:ln w="17780">
            <a:solidFill>
              <a:srgbClr val="3D85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400" b="0" u="none" strike="noStrike">
              <a:solidFill>
                <a:schemeClr val="lt1"/>
              </a:solidFill>
              <a:effectLst/>
              <a:uFillTx/>
              <a:latin typeface="Arial"/>
            </a:endParaRPr>
          </a:p>
        </p:txBody>
      </p:sp>
      <p:sp>
        <p:nvSpPr>
          <p:cNvPr id="201" name="Rectangle 6"/>
          <p:cNvSpPr/>
          <p:nvPr/>
        </p:nvSpPr>
        <p:spPr>
          <a:xfrm>
            <a:off x="3346560" y="2587680"/>
            <a:ext cx="49680" cy="410760"/>
          </a:xfrm>
          <a:prstGeom prst="rect">
            <a:avLst/>
          </a:prstGeom>
          <a:solidFill>
            <a:srgbClr val="5CC99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400" b="0" u="none" strike="noStrike">
              <a:solidFill>
                <a:schemeClr val="lt1"/>
              </a:solidFill>
              <a:effectLst/>
              <a:uFillTx/>
              <a:latin typeface="Arial"/>
            </a:endParaRPr>
          </a:p>
        </p:txBody>
      </p:sp>
      <p:sp>
        <p:nvSpPr>
          <p:cNvPr id="202" name="TextBox 42"/>
          <p:cNvSpPr/>
          <p:nvPr/>
        </p:nvSpPr>
        <p:spPr>
          <a:xfrm>
            <a:off x="3474720" y="2597040"/>
            <a:ext cx="438120" cy="2005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200" b="1" u="none" strike="noStrike">
                <a:solidFill>
                  <a:srgbClr val="5CC998"/>
                </a:solidFill>
                <a:effectLst/>
                <a:uFillTx/>
                <a:latin typeface="Arial"/>
                <a:ea typeface="Arial"/>
              </a:rPr>
              <a:t>02</a:t>
            </a:r>
            <a:endParaRPr lang="en-US" sz="1200" b="0" u="none" strike="noStrike">
              <a:solidFill>
                <a:srgbClr val="FFFFFF"/>
              </a:solidFill>
              <a:effectLst/>
              <a:uFillTx/>
              <a:latin typeface="Arial"/>
            </a:endParaRPr>
          </a:p>
        </p:txBody>
      </p:sp>
      <p:sp>
        <p:nvSpPr>
          <p:cNvPr id="203" name="TextBox 43"/>
          <p:cNvSpPr/>
          <p:nvPr/>
        </p:nvSpPr>
        <p:spPr>
          <a:xfrm>
            <a:off x="3447360" y="2971800"/>
            <a:ext cx="2175480" cy="2797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720" b="1" u="none" strike="noStrike">
                <a:solidFill>
                  <a:srgbClr val="F5F8F7"/>
                </a:solidFill>
                <a:effectLst/>
                <a:uFillTx/>
                <a:latin typeface="Arial"/>
                <a:ea typeface="Arial"/>
              </a:rPr>
              <a:t>BUILD / COMPILE</a:t>
            </a:r>
            <a:endParaRPr lang="en-US" sz="1720" b="0" u="none" strike="noStrike">
              <a:solidFill>
                <a:srgbClr val="FFFFFF"/>
              </a:solidFill>
              <a:effectLst/>
              <a:uFillTx/>
              <a:latin typeface="Arial"/>
            </a:endParaRPr>
          </a:p>
        </p:txBody>
      </p:sp>
      <p:sp>
        <p:nvSpPr>
          <p:cNvPr id="204" name="TextBox 44"/>
          <p:cNvSpPr/>
          <p:nvPr/>
        </p:nvSpPr>
        <p:spPr>
          <a:xfrm>
            <a:off x="3447360" y="3456360"/>
            <a:ext cx="2120760" cy="17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020" b="1" u="none" strike="noStrike">
                <a:solidFill>
                  <a:srgbClr val="5CC998"/>
                </a:solidFill>
                <a:effectLst/>
                <a:uFillTx/>
                <a:latin typeface="Arial"/>
                <a:ea typeface="Arial"/>
              </a:rPr>
              <a:t>STATIC CHECKS</a:t>
            </a:r>
            <a:endParaRPr lang="en-US" sz="1020" b="0" u="none" strike="noStrike">
              <a:solidFill>
                <a:srgbClr val="FFFFFF"/>
              </a:solidFill>
              <a:effectLst/>
              <a:uFillTx/>
              <a:latin typeface="Arial"/>
            </a:endParaRPr>
          </a:p>
        </p:txBody>
      </p:sp>
      <p:sp>
        <p:nvSpPr>
          <p:cNvPr id="205" name="TextBox 45"/>
          <p:cNvSpPr/>
          <p:nvPr/>
        </p:nvSpPr>
        <p:spPr>
          <a:xfrm>
            <a:off x="3456360" y="3904560"/>
            <a:ext cx="2093400" cy="26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610" b="1" u="none" strike="noStrike">
                <a:solidFill>
                  <a:srgbClr val="F5F8F7"/>
                </a:solidFill>
                <a:effectLst/>
                <a:uFillTx/>
                <a:latin typeface="Arial"/>
                <a:ea typeface="Arial"/>
              </a:rPr>
              <a:t>Compiler warnings</a:t>
            </a:r>
            <a:endParaRPr lang="en-US" sz="1610" b="0" u="none" strike="noStrike">
              <a:solidFill>
                <a:srgbClr val="FFFFFF"/>
              </a:solidFill>
              <a:effectLst/>
              <a:uFillTx/>
              <a:latin typeface="Arial"/>
            </a:endParaRPr>
          </a:p>
        </p:txBody>
      </p:sp>
      <p:sp>
        <p:nvSpPr>
          <p:cNvPr id="206" name="TextBox 46"/>
          <p:cNvSpPr/>
          <p:nvPr/>
        </p:nvSpPr>
        <p:spPr>
          <a:xfrm>
            <a:off x="3456360" y="4242960"/>
            <a:ext cx="2102400" cy="21888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320" b="0" u="none" strike="noStrike">
                <a:solidFill>
                  <a:srgbClr val="C8D2CD"/>
                </a:solidFill>
                <a:effectLst/>
                <a:uFillTx/>
                <a:latin typeface="Arial"/>
                <a:ea typeface="Arial"/>
              </a:rPr>
              <a:t>-Wall, -Wextra, -Werror</a:t>
            </a:r>
            <a:endParaRPr lang="en-US" sz="1320" b="0" u="none" strike="noStrike">
              <a:solidFill>
                <a:srgbClr val="FFFFFF"/>
              </a:solidFill>
              <a:effectLst/>
              <a:uFillTx/>
              <a:latin typeface="Arial"/>
            </a:endParaRPr>
          </a:p>
        </p:txBody>
      </p:sp>
      <p:sp>
        <p:nvSpPr>
          <p:cNvPr id="207" name="TextBox 47"/>
          <p:cNvSpPr/>
          <p:nvPr/>
        </p:nvSpPr>
        <p:spPr>
          <a:xfrm>
            <a:off x="3456360" y="4736520"/>
            <a:ext cx="2093400" cy="26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610" b="1" u="none" strike="noStrike">
                <a:solidFill>
                  <a:srgbClr val="F5F8F7"/>
                </a:solidFill>
                <a:effectLst/>
                <a:uFillTx/>
                <a:latin typeface="Arial"/>
                <a:ea typeface="Arial"/>
              </a:rPr>
              <a:t>Static analysis</a:t>
            </a:r>
            <a:endParaRPr lang="en-US" sz="1610" b="0" u="none" strike="noStrike">
              <a:solidFill>
                <a:srgbClr val="FFFFFF"/>
              </a:solidFill>
              <a:effectLst/>
              <a:uFillTx/>
              <a:latin typeface="Arial"/>
            </a:endParaRPr>
          </a:p>
        </p:txBody>
      </p:sp>
      <p:sp>
        <p:nvSpPr>
          <p:cNvPr id="208" name="TextBox 48"/>
          <p:cNvSpPr/>
          <p:nvPr/>
        </p:nvSpPr>
        <p:spPr>
          <a:xfrm>
            <a:off x="3456360" y="5074920"/>
            <a:ext cx="2102400" cy="21888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320" b="0" u="none" strike="noStrike">
                <a:solidFill>
                  <a:srgbClr val="C8D2CD"/>
                </a:solidFill>
                <a:effectLst/>
                <a:uFillTx/>
                <a:latin typeface="Arial"/>
                <a:ea typeface="Arial"/>
              </a:rPr>
              <a:t>Cppcheck &amp; Clang-Tidy</a:t>
            </a:r>
            <a:endParaRPr lang="en-US" sz="1320" b="0" u="none" strike="noStrike">
              <a:solidFill>
                <a:srgbClr val="FFFFFF"/>
              </a:solidFill>
              <a:effectLst/>
              <a:uFillTx/>
              <a:latin typeface="Arial"/>
            </a:endParaRPr>
          </a:p>
        </p:txBody>
      </p:sp>
      <p:sp>
        <p:nvSpPr>
          <p:cNvPr id="209" name="Rounded Rectangle 7"/>
          <p:cNvSpPr/>
          <p:nvPr/>
        </p:nvSpPr>
        <p:spPr>
          <a:xfrm>
            <a:off x="5925240" y="2468880"/>
            <a:ext cx="2449800" cy="3282120"/>
          </a:xfrm>
          <a:prstGeom prst="roundRect">
            <a:avLst>
              <a:gd name="adj" fmla="val 10000"/>
            </a:avLst>
          </a:prstGeom>
          <a:solidFill>
            <a:srgbClr val="0B1517"/>
          </a:solidFill>
          <a:ln w="17780">
            <a:solidFill>
              <a:srgbClr val="3D85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400" b="0" u="none" strike="noStrike">
              <a:solidFill>
                <a:schemeClr val="lt1"/>
              </a:solidFill>
              <a:effectLst/>
              <a:uFillTx/>
              <a:latin typeface="Arial"/>
            </a:endParaRPr>
          </a:p>
        </p:txBody>
      </p:sp>
      <p:sp>
        <p:nvSpPr>
          <p:cNvPr id="210" name="Rectangle 7"/>
          <p:cNvSpPr/>
          <p:nvPr/>
        </p:nvSpPr>
        <p:spPr>
          <a:xfrm>
            <a:off x="5998320" y="2587680"/>
            <a:ext cx="49680" cy="410760"/>
          </a:xfrm>
          <a:prstGeom prst="rect">
            <a:avLst/>
          </a:prstGeom>
          <a:solidFill>
            <a:srgbClr val="5CC99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400" b="0" u="none" strike="noStrike">
              <a:solidFill>
                <a:schemeClr val="lt1"/>
              </a:solidFill>
              <a:effectLst/>
              <a:uFillTx/>
              <a:latin typeface="Arial"/>
            </a:endParaRPr>
          </a:p>
        </p:txBody>
      </p:sp>
      <p:sp>
        <p:nvSpPr>
          <p:cNvPr id="211" name="TextBox 49"/>
          <p:cNvSpPr/>
          <p:nvPr/>
        </p:nvSpPr>
        <p:spPr>
          <a:xfrm>
            <a:off x="6126480" y="2597040"/>
            <a:ext cx="438120" cy="2005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200" b="1" u="none" strike="noStrike">
                <a:solidFill>
                  <a:srgbClr val="5CC998"/>
                </a:solidFill>
                <a:effectLst/>
                <a:uFillTx/>
                <a:latin typeface="Arial"/>
                <a:ea typeface="Arial"/>
              </a:rPr>
              <a:t>03</a:t>
            </a:r>
            <a:endParaRPr lang="en-US" sz="1200" b="0" u="none" strike="noStrike">
              <a:solidFill>
                <a:srgbClr val="FFFFFF"/>
              </a:solidFill>
              <a:effectLst/>
              <a:uFillTx/>
              <a:latin typeface="Arial"/>
            </a:endParaRPr>
          </a:p>
        </p:txBody>
      </p:sp>
      <p:sp>
        <p:nvSpPr>
          <p:cNvPr id="212" name="TextBox 50"/>
          <p:cNvSpPr/>
          <p:nvPr/>
        </p:nvSpPr>
        <p:spPr>
          <a:xfrm>
            <a:off x="6099120" y="2971800"/>
            <a:ext cx="2175480" cy="2797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720" b="1" u="none" strike="noStrike">
                <a:solidFill>
                  <a:srgbClr val="F5F8F7"/>
                </a:solidFill>
                <a:effectLst/>
                <a:uFillTx/>
                <a:latin typeface="Arial"/>
                <a:ea typeface="Arial"/>
              </a:rPr>
              <a:t>VERIFY / TEST</a:t>
            </a:r>
            <a:endParaRPr lang="en-US" sz="1720" b="0" u="none" strike="noStrike">
              <a:solidFill>
                <a:srgbClr val="FFFFFF"/>
              </a:solidFill>
              <a:effectLst/>
              <a:uFillTx/>
              <a:latin typeface="Arial"/>
            </a:endParaRPr>
          </a:p>
        </p:txBody>
      </p:sp>
      <p:sp>
        <p:nvSpPr>
          <p:cNvPr id="213" name="TextBox 51"/>
          <p:cNvSpPr/>
          <p:nvPr/>
        </p:nvSpPr>
        <p:spPr>
          <a:xfrm>
            <a:off x="6099120" y="3456360"/>
            <a:ext cx="2120760" cy="17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020" b="1" u="none" strike="noStrike">
                <a:solidFill>
                  <a:srgbClr val="5CC998"/>
                </a:solidFill>
                <a:effectLst/>
                <a:uFillTx/>
                <a:latin typeface="Arial"/>
                <a:ea typeface="Arial"/>
              </a:rPr>
              <a:t>RUNTIME CHECKS</a:t>
            </a:r>
            <a:endParaRPr lang="en-US" sz="1020" b="0" u="none" strike="noStrike">
              <a:solidFill>
                <a:srgbClr val="FFFFFF"/>
              </a:solidFill>
              <a:effectLst/>
              <a:uFillTx/>
              <a:latin typeface="Arial"/>
            </a:endParaRPr>
          </a:p>
        </p:txBody>
      </p:sp>
      <p:sp>
        <p:nvSpPr>
          <p:cNvPr id="214" name="TextBox 52"/>
          <p:cNvSpPr/>
          <p:nvPr/>
        </p:nvSpPr>
        <p:spPr>
          <a:xfrm>
            <a:off x="6108120" y="3904560"/>
            <a:ext cx="2093400" cy="26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610" b="1" u="none" strike="noStrike">
                <a:solidFill>
                  <a:srgbClr val="F5F8F7"/>
                </a:solidFill>
                <a:effectLst/>
                <a:uFillTx/>
                <a:latin typeface="Arial"/>
                <a:ea typeface="Arial"/>
              </a:rPr>
              <a:t>Google Test</a:t>
            </a:r>
            <a:endParaRPr lang="en-US" sz="1610" b="0" u="none" strike="noStrike">
              <a:solidFill>
                <a:srgbClr val="FFFFFF"/>
              </a:solidFill>
              <a:effectLst/>
              <a:uFillTx/>
              <a:latin typeface="Arial"/>
            </a:endParaRPr>
          </a:p>
        </p:txBody>
      </p:sp>
      <p:sp>
        <p:nvSpPr>
          <p:cNvPr id="215" name="TextBox 53"/>
          <p:cNvSpPr/>
          <p:nvPr/>
        </p:nvSpPr>
        <p:spPr>
          <a:xfrm>
            <a:off x="6108120" y="4242960"/>
            <a:ext cx="2102400" cy="21888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320" b="0" u="none" strike="noStrike">
                <a:solidFill>
                  <a:srgbClr val="C8D2CD"/>
                </a:solidFill>
                <a:effectLst/>
                <a:uFillTx/>
                <a:latin typeface="Arial"/>
                <a:ea typeface="Arial"/>
              </a:rPr>
              <a:t>Unit &amp; integration tests</a:t>
            </a:r>
            <a:endParaRPr lang="en-US" sz="1320" b="0" u="none" strike="noStrike">
              <a:solidFill>
                <a:srgbClr val="FFFFFF"/>
              </a:solidFill>
              <a:effectLst/>
              <a:uFillTx/>
              <a:latin typeface="Arial"/>
            </a:endParaRPr>
          </a:p>
        </p:txBody>
      </p:sp>
      <p:sp>
        <p:nvSpPr>
          <p:cNvPr id="216" name="TextBox 54"/>
          <p:cNvSpPr/>
          <p:nvPr/>
        </p:nvSpPr>
        <p:spPr>
          <a:xfrm>
            <a:off x="6108120" y="4736520"/>
            <a:ext cx="2093400" cy="26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610" b="1" u="none" strike="noStrike">
                <a:solidFill>
                  <a:srgbClr val="F5F8F7"/>
                </a:solidFill>
                <a:effectLst/>
                <a:uFillTx/>
                <a:latin typeface="Arial"/>
                <a:ea typeface="Arial"/>
              </a:rPr>
              <a:t>Sanitizers</a:t>
            </a:r>
            <a:endParaRPr lang="en-US" sz="1610" b="0" u="none" strike="noStrike">
              <a:solidFill>
                <a:srgbClr val="FFFFFF"/>
              </a:solidFill>
              <a:effectLst/>
              <a:uFillTx/>
              <a:latin typeface="Arial"/>
            </a:endParaRPr>
          </a:p>
        </p:txBody>
      </p:sp>
      <p:sp>
        <p:nvSpPr>
          <p:cNvPr id="217" name="TextBox 55"/>
          <p:cNvSpPr/>
          <p:nvPr/>
        </p:nvSpPr>
        <p:spPr>
          <a:xfrm>
            <a:off x="6108120" y="5074920"/>
            <a:ext cx="2102400" cy="4201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320" b="0" u="none" strike="noStrike">
                <a:solidFill>
                  <a:srgbClr val="C8D2CD"/>
                </a:solidFill>
                <a:effectLst/>
                <a:uFillTx/>
                <a:latin typeface="Arial"/>
                <a:ea typeface="Arial"/>
              </a:rPr>
              <a:t>ASan memory; UBSan behavior</a:t>
            </a:r>
            <a:endParaRPr lang="en-US" sz="1320" b="0" u="none" strike="noStrike">
              <a:solidFill>
                <a:srgbClr val="FFFFFF"/>
              </a:solidFill>
              <a:effectLst/>
              <a:uFillTx/>
              <a:latin typeface="Arial"/>
            </a:endParaRPr>
          </a:p>
        </p:txBody>
      </p:sp>
      <p:sp>
        <p:nvSpPr>
          <p:cNvPr id="218" name="Rounded Rectangle 8"/>
          <p:cNvSpPr/>
          <p:nvPr/>
        </p:nvSpPr>
        <p:spPr>
          <a:xfrm>
            <a:off x="8577000" y="2468880"/>
            <a:ext cx="2449800" cy="3282120"/>
          </a:xfrm>
          <a:prstGeom prst="roundRect">
            <a:avLst>
              <a:gd name="adj" fmla="val 10000"/>
            </a:avLst>
          </a:prstGeom>
          <a:solidFill>
            <a:srgbClr val="0B1517"/>
          </a:solidFill>
          <a:ln w="17780">
            <a:solidFill>
              <a:srgbClr val="3D856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400" b="0" u="none" strike="noStrike">
              <a:solidFill>
                <a:schemeClr val="lt1"/>
              </a:solidFill>
              <a:effectLst/>
              <a:uFillTx/>
              <a:latin typeface="Arial"/>
            </a:endParaRPr>
          </a:p>
        </p:txBody>
      </p:sp>
      <p:sp>
        <p:nvSpPr>
          <p:cNvPr id="219" name="Rectangle 8"/>
          <p:cNvSpPr/>
          <p:nvPr/>
        </p:nvSpPr>
        <p:spPr>
          <a:xfrm>
            <a:off x="8650080" y="2587680"/>
            <a:ext cx="49680" cy="410760"/>
          </a:xfrm>
          <a:prstGeom prst="rect">
            <a:avLst/>
          </a:prstGeom>
          <a:solidFill>
            <a:srgbClr val="5CC99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4840" tIns="45000" rIns="24840" bIns="45000" anchor="ctr">
            <a:noAutofit/>
          </a:bodyPr>
          <a:p>
            <a:endParaRPr lang="en-US" sz="1400" b="0" u="none" strike="noStrike">
              <a:solidFill>
                <a:schemeClr val="lt1"/>
              </a:solidFill>
              <a:effectLst/>
              <a:uFillTx/>
              <a:latin typeface="Arial"/>
            </a:endParaRPr>
          </a:p>
        </p:txBody>
      </p:sp>
      <p:sp>
        <p:nvSpPr>
          <p:cNvPr id="220" name="TextBox 56"/>
          <p:cNvSpPr/>
          <p:nvPr/>
        </p:nvSpPr>
        <p:spPr>
          <a:xfrm>
            <a:off x="8778240" y="2597040"/>
            <a:ext cx="438120" cy="2005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200" b="1" u="none" strike="noStrike">
                <a:solidFill>
                  <a:srgbClr val="5CC998"/>
                </a:solidFill>
                <a:effectLst/>
                <a:uFillTx/>
                <a:latin typeface="Arial"/>
                <a:ea typeface="Arial"/>
              </a:rPr>
              <a:t>04</a:t>
            </a:r>
            <a:endParaRPr lang="en-US" sz="1200" b="0" u="none" strike="noStrike">
              <a:solidFill>
                <a:srgbClr val="FFFFFF"/>
              </a:solidFill>
              <a:effectLst/>
              <a:uFillTx/>
              <a:latin typeface="Arial"/>
            </a:endParaRPr>
          </a:p>
        </p:txBody>
      </p:sp>
      <p:sp>
        <p:nvSpPr>
          <p:cNvPr id="221" name="TextBox 57"/>
          <p:cNvSpPr/>
          <p:nvPr/>
        </p:nvSpPr>
        <p:spPr>
          <a:xfrm>
            <a:off x="8750880" y="2971800"/>
            <a:ext cx="2175480" cy="27972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720" b="1" u="none" strike="noStrike">
                <a:solidFill>
                  <a:srgbClr val="F5F8F7"/>
                </a:solidFill>
                <a:effectLst/>
                <a:uFillTx/>
                <a:latin typeface="Arial"/>
                <a:ea typeface="Arial"/>
              </a:rPr>
              <a:t>RELEASE / PROD</a:t>
            </a:r>
            <a:endParaRPr lang="en-US" sz="1720" b="0" u="none" strike="noStrike">
              <a:solidFill>
                <a:srgbClr val="FFFFFF"/>
              </a:solidFill>
              <a:effectLst/>
              <a:uFillTx/>
              <a:latin typeface="Arial"/>
            </a:endParaRPr>
          </a:p>
        </p:txBody>
      </p:sp>
      <p:sp>
        <p:nvSpPr>
          <p:cNvPr id="222" name="TextBox 58"/>
          <p:cNvSpPr/>
          <p:nvPr/>
        </p:nvSpPr>
        <p:spPr>
          <a:xfrm>
            <a:off x="8750880" y="3456360"/>
            <a:ext cx="2120760" cy="17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020" b="1" u="none" strike="noStrike">
                <a:solidFill>
                  <a:srgbClr val="5CC998"/>
                </a:solidFill>
                <a:effectLst/>
                <a:uFillTx/>
                <a:latin typeface="Arial"/>
                <a:ea typeface="Arial"/>
              </a:rPr>
              <a:t>CONTINUOUS DEFENSE</a:t>
            </a:r>
            <a:endParaRPr lang="en-US" sz="1020" b="0" u="none" strike="noStrike">
              <a:solidFill>
                <a:srgbClr val="FFFFFF"/>
              </a:solidFill>
              <a:effectLst/>
              <a:uFillTx/>
              <a:latin typeface="Arial"/>
            </a:endParaRPr>
          </a:p>
        </p:txBody>
      </p:sp>
      <p:sp>
        <p:nvSpPr>
          <p:cNvPr id="223" name="TextBox 59"/>
          <p:cNvSpPr/>
          <p:nvPr/>
        </p:nvSpPr>
        <p:spPr>
          <a:xfrm>
            <a:off x="8759880" y="3904560"/>
            <a:ext cx="2093400" cy="26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610" b="1" u="none" strike="noStrike">
                <a:solidFill>
                  <a:srgbClr val="F5F8F7"/>
                </a:solidFill>
                <a:effectLst/>
                <a:uFillTx/>
                <a:latin typeface="Arial"/>
                <a:ea typeface="Arial"/>
              </a:rPr>
              <a:t>Release gates</a:t>
            </a:r>
            <a:endParaRPr lang="en-US" sz="1610" b="0" u="none" strike="noStrike">
              <a:solidFill>
                <a:srgbClr val="FFFFFF"/>
              </a:solidFill>
              <a:effectLst/>
              <a:uFillTx/>
              <a:latin typeface="Arial"/>
            </a:endParaRPr>
          </a:p>
        </p:txBody>
      </p:sp>
      <p:sp>
        <p:nvSpPr>
          <p:cNvPr id="224" name="TextBox 60"/>
          <p:cNvSpPr/>
          <p:nvPr/>
        </p:nvSpPr>
        <p:spPr>
          <a:xfrm>
            <a:off x="8759880" y="4242960"/>
            <a:ext cx="2102400" cy="21888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320" b="0" u="none" strike="noStrike">
                <a:solidFill>
                  <a:srgbClr val="C8D2CD"/>
                </a:solidFill>
                <a:effectLst/>
                <a:uFillTx/>
                <a:latin typeface="Arial"/>
                <a:ea typeface="Arial"/>
              </a:rPr>
              <a:t>Block critical findings</a:t>
            </a:r>
            <a:endParaRPr lang="en-US" sz="1320" b="0" u="none" strike="noStrike">
              <a:solidFill>
                <a:srgbClr val="FFFFFF"/>
              </a:solidFill>
              <a:effectLst/>
              <a:uFillTx/>
              <a:latin typeface="Arial"/>
            </a:endParaRPr>
          </a:p>
        </p:txBody>
      </p:sp>
      <p:sp>
        <p:nvSpPr>
          <p:cNvPr id="225" name="TextBox 61"/>
          <p:cNvSpPr/>
          <p:nvPr/>
        </p:nvSpPr>
        <p:spPr>
          <a:xfrm>
            <a:off x="8759880" y="4736520"/>
            <a:ext cx="2093400" cy="26316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610" b="1" u="none" strike="noStrike">
                <a:solidFill>
                  <a:srgbClr val="F5F8F7"/>
                </a:solidFill>
                <a:effectLst/>
                <a:uFillTx/>
                <a:latin typeface="Arial"/>
                <a:ea typeface="Arial"/>
              </a:rPr>
              <a:t>Monitor &amp; respond</a:t>
            </a:r>
            <a:endParaRPr lang="en-US" sz="1610" b="0" u="none" strike="noStrike">
              <a:solidFill>
                <a:srgbClr val="FFFFFF"/>
              </a:solidFill>
              <a:effectLst/>
              <a:uFillTx/>
              <a:latin typeface="Arial"/>
            </a:endParaRPr>
          </a:p>
        </p:txBody>
      </p:sp>
      <p:sp>
        <p:nvSpPr>
          <p:cNvPr id="226" name="TextBox 62"/>
          <p:cNvSpPr/>
          <p:nvPr/>
        </p:nvSpPr>
        <p:spPr>
          <a:xfrm>
            <a:off x="8759880" y="5074920"/>
            <a:ext cx="2102400" cy="21888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320" b="0" u="none" strike="noStrike">
                <a:solidFill>
                  <a:srgbClr val="C8D2CD"/>
                </a:solidFill>
                <a:effectLst/>
                <a:uFillTx/>
                <a:latin typeface="Arial"/>
                <a:ea typeface="Arial"/>
              </a:rPr>
              <a:t>Logs, alerts, incidents</a:t>
            </a:r>
            <a:endParaRPr lang="en-US" sz="1320" b="0" u="none" strike="noStrike">
              <a:solidFill>
                <a:srgbClr val="FFFFFF"/>
              </a:solidFill>
              <a:effectLst/>
              <a:uFillTx/>
              <a:latin typeface="Arial"/>
            </a:endParaRPr>
          </a:p>
        </p:txBody>
      </p:sp>
      <p:sp>
        <p:nvSpPr>
          <p:cNvPr id="227" name="TextBox 63"/>
          <p:cNvSpPr/>
          <p:nvPr/>
        </p:nvSpPr>
        <p:spPr>
          <a:xfrm>
            <a:off x="3054240" y="2862000"/>
            <a:ext cx="236880" cy="459720"/>
          </a:xfrm>
          <a:prstGeom prst="rect">
            <a:avLst/>
          </a:prstGeom>
          <a:noFill/>
          <a:ln w="0">
            <a:noFill/>
          </a:ln>
        </p:spPr>
        <p:style>
          <a:lnRef idx="0"/>
          <a:fillRef idx="0"/>
          <a:effectRef idx="0"/>
          <a:fontRef idx="minor"/>
        </p:style>
        <p:txBody>
          <a:bodyPr lIns="9000" tIns="9000" rIns="9000" bIns="9000" anchor="t">
            <a:spAutoFit/>
          </a:bodyPr>
          <a:p>
            <a:pPr algn="ctr">
              <a:lnSpc>
                <a:spcPct val="100000"/>
              </a:lnSpc>
            </a:pPr>
            <a:r>
              <a:rPr lang="en-US" sz="2900" b="1" u="none" strike="noStrike">
                <a:solidFill>
                  <a:srgbClr val="5CC998"/>
                </a:solidFill>
                <a:effectLst/>
                <a:uFillTx/>
                <a:latin typeface="Arial"/>
                <a:ea typeface="Arial"/>
              </a:rPr>
              <a:t>›</a:t>
            </a:r>
            <a:endParaRPr lang="en-US" sz="2900" b="0" u="none" strike="noStrike">
              <a:solidFill>
                <a:srgbClr val="FFFFFF"/>
              </a:solidFill>
              <a:effectLst/>
              <a:uFillTx/>
              <a:latin typeface="Arial"/>
            </a:endParaRPr>
          </a:p>
        </p:txBody>
      </p:sp>
      <p:sp>
        <p:nvSpPr>
          <p:cNvPr id="228" name="TextBox 64"/>
          <p:cNvSpPr/>
          <p:nvPr/>
        </p:nvSpPr>
        <p:spPr>
          <a:xfrm>
            <a:off x="5706000" y="2862000"/>
            <a:ext cx="236880" cy="459720"/>
          </a:xfrm>
          <a:prstGeom prst="rect">
            <a:avLst/>
          </a:prstGeom>
          <a:noFill/>
          <a:ln w="0">
            <a:noFill/>
          </a:ln>
        </p:spPr>
        <p:style>
          <a:lnRef idx="0"/>
          <a:fillRef idx="0"/>
          <a:effectRef idx="0"/>
          <a:fontRef idx="minor"/>
        </p:style>
        <p:txBody>
          <a:bodyPr lIns="9000" tIns="9000" rIns="9000" bIns="9000" anchor="t">
            <a:spAutoFit/>
          </a:bodyPr>
          <a:p>
            <a:pPr algn="ctr">
              <a:lnSpc>
                <a:spcPct val="100000"/>
              </a:lnSpc>
            </a:pPr>
            <a:r>
              <a:rPr lang="en-US" sz="2900" b="1" u="none" strike="noStrike">
                <a:solidFill>
                  <a:srgbClr val="5CC998"/>
                </a:solidFill>
                <a:effectLst/>
                <a:uFillTx/>
                <a:latin typeface="Arial"/>
                <a:ea typeface="Arial"/>
              </a:rPr>
              <a:t>›</a:t>
            </a:r>
            <a:endParaRPr lang="en-US" sz="2900" b="0" u="none" strike="noStrike">
              <a:solidFill>
                <a:srgbClr val="FFFFFF"/>
              </a:solidFill>
              <a:effectLst/>
              <a:uFillTx/>
              <a:latin typeface="Arial"/>
            </a:endParaRPr>
          </a:p>
        </p:txBody>
      </p:sp>
      <p:sp>
        <p:nvSpPr>
          <p:cNvPr id="229" name="TextBox 65"/>
          <p:cNvSpPr/>
          <p:nvPr/>
        </p:nvSpPr>
        <p:spPr>
          <a:xfrm>
            <a:off x="8357760" y="2862000"/>
            <a:ext cx="236880" cy="459720"/>
          </a:xfrm>
          <a:prstGeom prst="rect">
            <a:avLst/>
          </a:prstGeom>
          <a:noFill/>
          <a:ln w="0">
            <a:noFill/>
          </a:ln>
        </p:spPr>
        <p:style>
          <a:lnRef idx="0"/>
          <a:fillRef idx="0"/>
          <a:effectRef idx="0"/>
          <a:fontRef idx="minor"/>
        </p:style>
        <p:txBody>
          <a:bodyPr lIns="9000" tIns="9000" rIns="9000" bIns="9000" anchor="t">
            <a:spAutoFit/>
          </a:bodyPr>
          <a:p>
            <a:pPr algn="ctr">
              <a:lnSpc>
                <a:spcPct val="100000"/>
              </a:lnSpc>
            </a:pPr>
            <a:r>
              <a:rPr lang="en-US" sz="2900" b="1" u="none" strike="noStrike">
                <a:solidFill>
                  <a:srgbClr val="5CC998"/>
                </a:solidFill>
                <a:effectLst/>
                <a:uFillTx/>
                <a:latin typeface="Arial"/>
                <a:ea typeface="Arial"/>
              </a:rPr>
              <a:t>›</a:t>
            </a:r>
            <a:endParaRPr lang="en-US" sz="2900" b="0" u="none" strike="noStrike">
              <a:solidFill>
                <a:srgbClr val="FFFFFF"/>
              </a:solidFill>
              <a:effectLst/>
              <a:uFillTx/>
              <a:latin typeface="Arial"/>
            </a:endParaRPr>
          </a:p>
        </p:txBody>
      </p:sp>
      <p:sp>
        <p:nvSpPr>
          <p:cNvPr id="230" name="TextBox 66"/>
          <p:cNvSpPr/>
          <p:nvPr/>
        </p:nvSpPr>
        <p:spPr>
          <a:xfrm>
            <a:off x="731520" y="5925240"/>
            <a:ext cx="10423440" cy="203400"/>
          </a:xfrm>
          <a:prstGeom prst="rect">
            <a:avLst/>
          </a:prstGeom>
          <a:noFill/>
          <a:ln w="0">
            <a:noFill/>
          </a:ln>
        </p:spPr>
        <p:style>
          <a:lnRef idx="0"/>
          <a:fillRef idx="0"/>
          <a:effectRef idx="0"/>
          <a:fontRef idx="minor"/>
        </p:style>
        <p:txBody>
          <a:bodyPr lIns="9000" tIns="9000" rIns="9000" bIns="9000" anchor="t">
            <a:spAutoFit/>
          </a:bodyPr>
          <a:p>
            <a:pPr>
              <a:lnSpc>
                <a:spcPct val="100000"/>
              </a:lnSpc>
            </a:pPr>
            <a:r>
              <a:rPr lang="en-US" sz="1220" b="0" u="none" strike="noStrike">
                <a:solidFill>
                  <a:srgbClr val="9FB1AC"/>
                </a:solidFill>
                <a:effectLst/>
                <a:uFillTx/>
                <a:latin typeface="Arial"/>
                <a:ea typeface="Arial"/>
              </a:rPr>
              <a:t>Compiler example (GCC/Clang): -Wall  -Wextra  -Wpedantic  -Werror    •    Continuous feedback to planning</a:t>
            </a:r>
            <a:endParaRPr lang="en-US" sz="122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RISKS AND BENEFITS</a:t>
            </a:r>
            <a:endParaRPr lang="en-US" sz="4000" b="0" u="none" strike="noStrike">
              <a:solidFill>
                <a:srgbClr val="000000"/>
              </a:solidFill>
              <a:effectLst/>
              <a:uFillTx/>
              <a:latin typeface="Arial"/>
            </a:endParaRPr>
          </a:p>
        </p:txBody>
      </p:sp>
      <p:sp>
        <p:nvSpPr>
          <p:cNvPr id="232"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233" name="Google Shape;218;p11" descr="Green Pace logo"/>
          <p:cNvPicPr/>
          <p:nvPr/>
        </p:nvPicPr>
        <p:blipFill>
          <a:blip r:embed="rId1"/>
          <a:stretch/>
        </p:blipFill>
        <p:spPr>
          <a:xfrm>
            <a:off x="11084040" y="5440680"/>
            <a:ext cx="885960" cy="1148400"/>
          </a:xfrm>
          <a:prstGeom prst="rect">
            <a:avLst/>
          </a:prstGeom>
          <a:noFill/>
          <a:ln w="0">
            <a:noFill/>
          </a:ln>
        </p:spPr>
      </p:pic>
      <p:sp>
        <p:nvSpPr>
          <p:cNvPr id="234" name="TextBox 218"/>
          <p:cNvSpPr/>
          <p:nvPr/>
        </p:nvSpPr>
        <p:spPr>
          <a:xfrm>
            <a:off x="786240" y="2176200"/>
            <a:ext cx="5184000" cy="39888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2000" b="1" u="none" strike="noStrike">
                <a:solidFill>
                  <a:srgbClr val="57C481"/>
                </a:solidFill>
                <a:effectLst/>
                <a:uFillTx/>
                <a:latin typeface="Arial"/>
                <a:ea typeface="Arial"/>
              </a:rPr>
              <a:t>PROBLEM</a:t>
            </a:r>
            <a:endParaRPr lang="en-US" sz="2000" b="0" u="none" strike="noStrike">
              <a:solidFill>
                <a:srgbClr val="FFFFFF"/>
              </a:solidFill>
              <a:effectLst/>
              <a:uFillTx/>
              <a:latin typeface="Arial"/>
            </a:endParaRPr>
          </a:p>
        </p:txBody>
      </p:sp>
      <p:sp>
        <p:nvSpPr>
          <p:cNvPr id="235" name="TextBox 219"/>
          <p:cNvSpPr/>
          <p:nvPr/>
        </p:nvSpPr>
        <p:spPr>
          <a:xfrm>
            <a:off x="786240" y="2633400"/>
            <a:ext cx="5110920" cy="1042200"/>
          </a:xfrm>
          <a:prstGeom prst="rect">
            <a:avLst/>
          </a:prstGeom>
          <a:noFill/>
          <a:ln w="0">
            <a:noFill/>
          </a:ln>
        </p:spPr>
        <p:style>
          <a:lnRef idx="0"/>
          <a:fillRef idx="0"/>
          <a:effectRef idx="0"/>
          <a:fontRef idx="minor"/>
        </p:style>
        <p:txBody>
          <a:bodyPr lIns="27360" tIns="36720" rIns="45720" bIns="27360" anchor="t">
            <a:spAutoFit/>
          </a:bodyPr>
          <a:p>
            <a:pPr>
              <a:lnSpc>
                <a:spcPct val="112000"/>
              </a:lnSpc>
            </a:pPr>
            <a:r>
              <a:rPr lang="en-US" sz="1910" b="0" u="none" strike="noStrike">
                <a:solidFill>
                  <a:srgbClr val="F7FAFA"/>
                </a:solidFill>
                <a:effectLst/>
                <a:uFillTx/>
                <a:latin typeface="Arial"/>
                <a:ea typeface="Arial"/>
              </a:rPr>
              <a:t>SQL injection could expose customer records. Memory errors could cause crashes, corruption, or outages.</a:t>
            </a:r>
            <a:endParaRPr lang="en-US" sz="1910" b="0" u="none" strike="noStrike">
              <a:solidFill>
                <a:srgbClr val="FFFFFF"/>
              </a:solidFill>
              <a:effectLst/>
              <a:uFillTx/>
              <a:latin typeface="Arial"/>
            </a:endParaRPr>
          </a:p>
        </p:txBody>
      </p:sp>
      <p:sp>
        <p:nvSpPr>
          <p:cNvPr id="236" name="TextBox 220"/>
          <p:cNvSpPr/>
          <p:nvPr/>
        </p:nvSpPr>
        <p:spPr>
          <a:xfrm>
            <a:off x="6071760" y="2176200"/>
            <a:ext cx="5229720" cy="39888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2000" b="1" u="none" strike="noStrike">
                <a:solidFill>
                  <a:srgbClr val="57C481"/>
                </a:solidFill>
                <a:effectLst/>
                <a:uFillTx/>
                <a:latin typeface="Arial"/>
                <a:ea typeface="Arial"/>
              </a:rPr>
              <a:t>SOLUTION — ACT NOW</a:t>
            </a:r>
            <a:endParaRPr lang="en-US" sz="2000" b="0" u="none" strike="noStrike">
              <a:solidFill>
                <a:srgbClr val="FFFFFF"/>
              </a:solidFill>
              <a:effectLst/>
              <a:uFillTx/>
              <a:latin typeface="Arial"/>
            </a:endParaRPr>
          </a:p>
        </p:txBody>
      </p:sp>
      <p:sp>
        <p:nvSpPr>
          <p:cNvPr id="237" name="TextBox 221"/>
          <p:cNvSpPr/>
          <p:nvPr/>
        </p:nvSpPr>
        <p:spPr>
          <a:xfrm>
            <a:off x="6071760" y="2633400"/>
            <a:ext cx="5110920" cy="1042200"/>
          </a:xfrm>
          <a:prstGeom prst="rect">
            <a:avLst/>
          </a:prstGeom>
          <a:noFill/>
          <a:ln w="0">
            <a:noFill/>
          </a:ln>
        </p:spPr>
        <p:style>
          <a:lnRef idx="0"/>
          <a:fillRef idx="0"/>
          <a:effectRef idx="0"/>
          <a:fontRef idx="minor"/>
        </p:style>
        <p:txBody>
          <a:bodyPr lIns="27360" tIns="36720" rIns="45720" bIns="27360" anchor="t">
            <a:spAutoFit/>
          </a:bodyPr>
          <a:p>
            <a:pPr>
              <a:lnSpc>
                <a:spcPct val="112000"/>
              </a:lnSpc>
            </a:pPr>
            <a:r>
              <a:rPr lang="en-US" sz="1910" b="0" u="none" strike="noStrike">
                <a:solidFill>
                  <a:srgbClr val="F7FAFA"/>
                </a:solidFill>
                <a:effectLst/>
                <a:uFillTx/>
                <a:latin typeface="Arial"/>
                <a:ea typeface="Arial"/>
              </a:rPr>
              <a:t>Use SQL parameters, safer memory practices, reviews, Cppcheck, and Google Test before release.</a:t>
            </a:r>
            <a:endParaRPr lang="en-US" sz="1910" b="0" u="none" strike="noStrike">
              <a:solidFill>
                <a:srgbClr val="FFFFFF"/>
              </a:solidFill>
              <a:effectLst/>
              <a:uFillTx/>
              <a:latin typeface="Arial"/>
            </a:endParaRPr>
          </a:p>
        </p:txBody>
      </p:sp>
      <p:sp>
        <p:nvSpPr>
          <p:cNvPr id="238" name="TextBox 222"/>
          <p:cNvSpPr/>
          <p:nvPr/>
        </p:nvSpPr>
        <p:spPr>
          <a:xfrm>
            <a:off x="786240" y="3977640"/>
            <a:ext cx="5184000" cy="39888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2000" b="1" u="none" strike="noStrike">
                <a:solidFill>
                  <a:srgbClr val="57C481"/>
                </a:solidFill>
                <a:effectLst/>
                <a:uFillTx/>
                <a:latin typeface="Arial"/>
                <a:ea typeface="Arial"/>
              </a:rPr>
              <a:t>BENEFITS OF ACTING EARLY</a:t>
            </a:r>
            <a:endParaRPr lang="en-US" sz="2000" b="0" u="none" strike="noStrike">
              <a:solidFill>
                <a:srgbClr val="FFFFFF"/>
              </a:solidFill>
              <a:effectLst/>
              <a:uFillTx/>
              <a:latin typeface="Arial"/>
            </a:endParaRPr>
          </a:p>
        </p:txBody>
      </p:sp>
      <p:sp>
        <p:nvSpPr>
          <p:cNvPr id="239" name="TextBox 223"/>
          <p:cNvSpPr/>
          <p:nvPr/>
        </p:nvSpPr>
        <p:spPr>
          <a:xfrm>
            <a:off x="786240" y="4462200"/>
            <a:ext cx="5110920" cy="1042200"/>
          </a:xfrm>
          <a:prstGeom prst="rect">
            <a:avLst/>
          </a:prstGeom>
          <a:noFill/>
          <a:ln w="0">
            <a:noFill/>
          </a:ln>
        </p:spPr>
        <p:style>
          <a:lnRef idx="0"/>
          <a:fillRef idx="0"/>
          <a:effectRef idx="0"/>
          <a:fontRef idx="minor"/>
        </p:style>
        <p:txBody>
          <a:bodyPr lIns="27360" tIns="36720" rIns="45720" bIns="27360" anchor="t">
            <a:spAutoFit/>
          </a:bodyPr>
          <a:p>
            <a:pPr>
              <a:lnSpc>
                <a:spcPct val="112000"/>
              </a:lnSpc>
            </a:pPr>
            <a:r>
              <a:rPr lang="en-US" sz="1910" b="0" u="none" strike="noStrike">
                <a:solidFill>
                  <a:srgbClr val="F7FAFA"/>
                </a:solidFill>
                <a:effectLst/>
                <a:uFillTx/>
                <a:latin typeface="Arial"/>
                <a:ea typeface="Arial"/>
              </a:rPr>
              <a:t>Lower breach and outage exposure, fewer expensive late fixes, better reliability, and customer confidence.</a:t>
            </a:r>
            <a:endParaRPr lang="en-US" sz="1910" b="0" u="none" strike="noStrike">
              <a:solidFill>
                <a:srgbClr val="FFFFFF"/>
              </a:solidFill>
              <a:effectLst/>
              <a:uFillTx/>
              <a:latin typeface="Arial"/>
            </a:endParaRPr>
          </a:p>
        </p:txBody>
      </p:sp>
      <p:sp>
        <p:nvSpPr>
          <p:cNvPr id="240" name="TextBox 224"/>
          <p:cNvSpPr/>
          <p:nvPr/>
        </p:nvSpPr>
        <p:spPr>
          <a:xfrm>
            <a:off x="6071760" y="3977640"/>
            <a:ext cx="5229720" cy="39888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2000" b="1" u="none" strike="noStrike">
                <a:solidFill>
                  <a:srgbClr val="57C481"/>
                </a:solidFill>
                <a:effectLst/>
                <a:uFillTx/>
                <a:latin typeface="Arial"/>
                <a:ea typeface="Arial"/>
              </a:rPr>
              <a:t>RISKS OF WAITING</a:t>
            </a:r>
            <a:endParaRPr lang="en-US" sz="2000" b="0" u="none" strike="noStrike">
              <a:solidFill>
                <a:srgbClr val="FFFFFF"/>
              </a:solidFill>
              <a:effectLst/>
              <a:uFillTx/>
              <a:latin typeface="Arial"/>
            </a:endParaRPr>
          </a:p>
        </p:txBody>
      </p:sp>
      <p:sp>
        <p:nvSpPr>
          <p:cNvPr id="241" name="TextBox 225"/>
          <p:cNvSpPr/>
          <p:nvPr/>
        </p:nvSpPr>
        <p:spPr>
          <a:xfrm>
            <a:off x="6071760" y="4462200"/>
            <a:ext cx="5110920" cy="716040"/>
          </a:xfrm>
          <a:prstGeom prst="rect">
            <a:avLst/>
          </a:prstGeom>
          <a:noFill/>
          <a:ln w="0">
            <a:noFill/>
          </a:ln>
        </p:spPr>
        <p:style>
          <a:lnRef idx="0"/>
          <a:fillRef idx="0"/>
          <a:effectRef idx="0"/>
          <a:fontRef idx="minor"/>
        </p:style>
        <p:txBody>
          <a:bodyPr lIns="27360" tIns="36720" rIns="45720" bIns="27360" anchor="t">
            <a:spAutoFit/>
          </a:bodyPr>
          <a:p>
            <a:pPr>
              <a:lnSpc>
                <a:spcPct val="112000"/>
              </a:lnSpc>
            </a:pPr>
            <a:r>
              <a:rPr lang="en-US" sz="1910" b="0" u="none" strike="noStrike">
                <a:solidFill>
                  <a:srgbClr val="F7FAFA"/>
                </a:solidFill>
                <a:effectLst/>
                <a:uFillTx/>
                <a:latin typeface="Arial"/>
                <a:ea typeface="Arial"/>
              </a:rPr>
              <a:t>Defects reach production, raising response costs, business disruption, and recovery time.</a:t>
            </a:r>
            <a:endParaRPr lang="en-US" sz="1910" b="0" u="none" strike="noStrike">
              <a:solidFill>
                <a:srgbClr val="FFFFFF"/>
              </a:solidFill>
              <a:effectLst/>
              <a:uFillTx/>
              <a:latin typeface="Arial"/>
            </a:endParaRPr>
          </a:p>
        </p:txBody>
      </p:sp>
      <p:sp>
        <p:nvSpPr>
          <p:cNvPr id="242" name="TextBox 226"/>
          <p:cNvSpPr/>
          <p:nvPr/>
        </p:nvSpPr>
        <p:spPr>
          <a:xfrm>
            <a:off x="804600" y="5961960"/>
            <a:ext cx="10606320" cy="306720"/>
          </a:xfrm>
          <a:prstGeom prst="rect">
            <a:avLst/>
          </a:prstGeom>
          <a:noFill/>
          <a:ln w="0">
            <a:noFill/>
          </a:ln>
        </p:spPr>
        <p:style>
          <a:lnRef idx="0"/>
          <a:fillRef idx="0"/>
          <a:effectRef idx="0"/>
          <a:fontRef idx="minor"/>
        </p:style>
        <p:txBody>
          <a:bodyPr lIns="27360" tIns="36720" rIns="45720" bIns="27360" anchor="t">
            <a:spAutoFit/>
          </a:bodyPr>
          <a:p>
            <a:pPr>
              <a:lnSpc>
                <a:spcPct val="110000"/>
              </a:lnSpc>
            </a:pPr>
            <a:r>
              <a:rPr lang="en-US" sz="1450" b="0" u="none" strike="noStrike">
                <a:solidFill>
                  <a:srgbClr val="D0DBD5"/>
                </a:solidFill>
                <a:effectLst/>
                <a:uFillTx/>
                <a:latin typeface="Arial"/>
                <a:ea typeface="Arial"/>
              </a:rPr>
              <a:t>Trade-off: scanning adds time and false positives; use risk-based gates and human review.</a:t>
            </a:r>
            <a:endParaRPr lang="en-US" sz="14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RECOMMENDATIONS</a:t>
            </a:r>
            <a:endParaRPr lang="en-US" sz="4000" b="0" u="none" strike="noStrike">
              <a:solidFill>
                <a:srgbClr val="000000"/>
              </a:solidFill>
              <a:effectLst/>
              <a:uFillTx/>
              <a:latin typeface="Arial"/>
            </a:endParaRPr>
          </a:p>
        </p:txBody>
      </p:sp>
      <p:sp>
        <p:nvSpPr>
          <p:cNvPr id="244"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245" name="Google Shape;225;p12" descr="Green Pace logo"/>
          <p:cNvPicPr/>
          <p:nvPr/>
        </p:nvPicPr>
        <p:blipFill>
          <a:blip r:embed="rId1"/>
          <a:stretch/>
        </p:blipFill>
        <p:spPr>
          <a:xfrm>
            <a:off x="11084040" y="5440680"/>
            <a:ext cx="885960" cy="1148400"/>
          </a:xfrm>
          <a:prstGeom prst="rect">
            <a:avLst/>
          </a:prstGeom>
          <a:noFill/>
          <a:ln w="0">
            <a:noFill/>
          </a:ln>
        </p:spPr>
      </p:pic>
      <p:sp>
        <p:nvSpPr>
          <p:cNvPr id="246" name="TextBox 225"/>
          <p:cNvSpPr/>
          <p:nvPr/>
        </p:nvSpPr>
        <p:spPr>
          <a:xfrm>
            <a:off x="786240" y="2212920"/>
            <a:ext cx="10716120" cy="3839760"/>
          </a:xfrm>
          <a:prstGeom prst="rect">
            <a:avLst/>
          </a:prstGeom>
          <a:noFill/>
          <a:ln w="0">
            <a:noFill/>
          </a:ln>
        </p:spPr>
        <p:style>
          <a:lnRef idx="0"/>
          <a:fillRef idx="0"/>
          <a:effectRef idx="0"/>
          <a:fontRef idx="minor"/>
        </p:style>
        <p:txBody>
          <a:bodyPr lIns="27360" tIns="36720" rIns="45720" bIns="27360" anchor="t">
            <a:spAutoFit/>
          </a:bodyPr>
          <a:p>
            <a:pPr>
              <a:lnSpc>
                <a:spcPct val="100000"/>
              </a:lnSpc>
              <a:spcAft>
                <a:spcPts val="799"/>
              </a:spcAft>
            </a:pPr>
            <a:r>
              <a:rPr lang="en-US" sz="1679" b="1" u="none" strike="noStrike">
                <a:solidFill>
                  <a:srgbClr val="57C481"/>
                </a:solidFill>
                <a:effectLst/>
                <a:uFillTx/>
                <a:latin typeface="Arial"/>
                <a:ea typeface="Arial"/>
              </a:rPr>
              <a:t>CURRENT POLICY GAPS</a:t>
            </a:r>
            <a:endParaRPr lang="en-US" sz="1679" b="0" u="none" strike="noStrike">
              <a:solidFill>
                <a:srgbClr val="FFFFFF"/>
              </a:solidFill>
              <a:effectLst/>
              <a:uFillTx/>
              <a:latin typeface="Arial"/>
            </a:endParaRPr>
          </a:p>
          <a:p>
            <a:pPr>
              <a:lnSpc>
                <a:spcPct val="100000"/>
              </a:lnSpc>
              <a:spcAft>
                <a:spcPts val="799"/>
              </a:spcAft>
            </a:pPr>
            <a:r>
              <a:rPr lang="en-US" sz="1679" b="0" u="none" strike="noStrike">
                <a:solidFill>
                  <a:srgbClr val="F7FAFA"/>
                </a:solidFill>
                <a:effectLst/>
                <a:uFillTx/>
                <a:latin typeface="Arial"/>
                <a:ea typeface="Arial"/>
              </a:rPr>
              <a:t>No confirmed automated release gates, incomplete test-coverage metrics, and no established scan baseline.</a:t>
            </a:r>
            <a:endParaRPr lang="en-US" sz="1679" b="0" u="none" strike="noStrike">
              <a:solidFill>
                <a:srgbClr val="FFFFFF"/>
              </a:solidFill>
              <a:effectLst/>
              <a:uFillTx/>
              <a:latin typeface="Arial"/>
            </a:endParaRPr>
          </a:p>
          <a:p>
            <a:pPr>
              <a:lnSpc>
                <a:spcPct val="100000"/>
              </a:lnSpc>
              <a:spcAft>
                <a:spcPts val="799"/>
              </a:spcAft>
            </a:pPr>
            <a:r>
              <a:rPr lang="en-US" sz="1679" b="1" u="none" strike="noStrike">
                <a:solidFill>
                  <a:srgbClr val="57C481"/>
                </a:solidFill>
                <a:effectLst/>
                <a:uFillTx/>
                <a:latin typeface="Arial"/>
                <a:ea typeface="Arial"/>
              </a:rPr>
              <a:t>PRACTICAL IMPROVEMENTS</a:t>
            </a:r>
            <a:endParaRPr lang="en-US" sz="1679" b="0" u="none" strike="noStrike">
              <a:solidFill>
                <a:srgbClr val="FFFFFF"/>
              </a:solidFill>
              <a:effectLst/>
              <a:uFillTx/>
              <a:latin typeface="Arial"/>
            </a:endParaRPr>
          </a:p>
          <a:p>
            <a:pPr>
              <a:lnSpc>
                <a:spcPct val="100000"/>
              </a:lnSpc>
              <a:spcAft>
                <a:spcPts val="799"/>
              </a:spcAft>
            </a:pPr>
            <a:r>
              <a:rPr lang="en-US" sz="1679" b="0" u="none" strike="noStrike">
                <a:solidFill>
                  <a:srgbClr val="F7FAFA"/>
                </a:solidFill>
                <a:effectLst/>
                <a:uFillTx/>
                <a:latin typeface="Arial"/>
                <a:ea typeface="Arial"/>
              </a:rPr>
              <a:t>Add CI security checks, memory sanitizers, dependency reviews, and targeted fuzz testing.</a:t>
            </a:r>
            <a:endParaRPr lang="en-US" sz="1679" b="0" u="none" strike="noStrike">
              <a:solidFill>
                <a:srgbClr val="FFFFFF"/>
              </a:solidFill>
              <a:effectLst/>
              <a:uFillTx/>
              <a:latin typeface="Arial"/>
            </a:endParaRPr>
          </a:p>
          <a:p>
            <a:pPr>
              <a:lnSpc>
                <a:spcPct val="100000"/>
              </a:lnSpc>
              <a:spcAft>
                <a:spcPts val="799"/>
              </a:spcAft>
            </a:pPr>
            <a:r>
              <a:rPr lang="en-US" sz="1679" b="1" u="none" strike="noStrike">
                <a:solidFill>
                  <a:srgbClr val="57C481"/>
                </a:solidFill>
                <a:effectLst/>
                <a:uFillTx/>
                <a:latin typeface="Arial"/>
                <a:ea typeface="Arial"/>
              </a:rPr>
              <a:t>MEASURE PROGRESS</a:t>
            </a:r>
            <a:endParaRPr lang="en-US" sz="1679" b="0" u="none" strike="noStrike">
              <a:solidFill>
                <a:srgbClr val="FFFFFF"/>
              </a:solidFill>
              <a:effectLst/>
              <a:uFillTx/>
              <a:latin typeface="Arial"/>
            </a:endParaRPr>
          </a:p>
          <a:p>
            <a:pPr>
              <a:lnSpc>
                <a:spcPct val="100000"/>
              </a:lnSpc>
              <a:spcAft>
                <a:spcPts val="799"/>
              </a:spcAft>
            </a:pPr>
            <a:r>
              <a:rPr lang="en-US" sz="1679" b="0" u="none" strike="noStrike">
                <a:solidFill>
                  <a:srgbClr val="F7FAFA"/>
                </a:solidFill>
                <a:effectLst/>
                <a:uFillTx/>
                <a:latin typeface="Arial"/>
                <a:ea typeface="Arial"/>
              </a:rPr>
              <a:t>Track finding severity, time-to-fix, repeated issues, and expiring risk exceptions.</a:t>
            </a:r>
            <a:endParaRPr lang="en-US" sz="1679" b="0" u="none" strike="noStrike">
              <a:solidFill>
                <a:srgbClr val="FFFFFF"/>
              </a:solidFill>
              <a:effectLst/>
              <a:uFillTx/>
              <a:latin typeface="Arial"/>
            </a:endParaRPr>
          </a:p>
          <a:p>
            <a:pPr>
              <a:lnSpc>
                <a:spcPct val="100000"/>
              </a:lnSpc>
              <a:spcAft>
                <a:spcPts val="799"/>
              </a:spcAft>
            </a:pPr>
            <a:r>
              <a:rPr lang="en-US" sz="1679" b="1" u="none" strike="noStrike">
                <a:solidFill>
                  <a:srgbClr val="57C481"/>
                </a:solidFill>
                <a:effectLst/>
                <a:uFillTx/>
                <a:latin typeface="Arial"/>
                <a:ea typeface="Arial"/>
              </a:rPr>
              <a:t>PLAN FOR NEW THREATS</a:t>
            </a:r>
            <a:endParaRPr lang="en-US" sz="1679" b="0" u="none" strike="noStrike">
              <a:solidFill>
                <a:srgbClr val="FFFFFF"/>
              </a:solidFill>
              <a:effectLst/>
              <a:uFillTx/>
              <a:latin typeface="Arial"/>
            </a:endParaRPr>
          </a:p>
          <a:p>
            <a:pPr>
              <a:lnSpc>
                <a:spcPct val="100000"/>
              </a:lnSpc>
              <a:spcAft>
                <a:spcPts val="799"/>
              </a:spcAft>
            </a:pPr>
            <a:r>
              <a:rPr lang="en-US" sz="1679" b="0" u="none" strike="noStrike">
                <a:solidFill>
                  <a:srgbClr val="F7FAFA"/>
                </a:solidFill>
                <a:effectLst/>
                <a:uFillTx/>
                <a:latin typeface="Arial"/>
                <a:ea typeface="Arial"/>
              </a:rPr>
              <a:t>Revisit standards after major changes or incidents; keep developer training current.</a:t>
            </a:r>
            <a:endParaRPr lang="en-US" sz="1679"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CONCLUSIONS</a:t>
            </a:r>
            <a:endParaRPr lang="en-US" sz="4000" b="0" u="none" strike="noStrike">
              <a:solidFill>
                <a:srgbClr val="000000"/>
              </a:solidFill>
              <a:effectLst/>
              <a:uFillTx/>
              <a:latin typeface="Arial"/>
            </a:endParaRPr>
          </a:p>
        </p:txBody>
      </p:sp>
      <p:sp>
        <p:nvSpPr>
          <p:cNvPr id="248"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249" name="Google Shape;232;p13" descr="Green Pace logo"/>
          <p:cNvPicPr/>
          <p:nvPr/>
        </p:nvPicPr>
        <p:blipFill>
          <a:blip r:embed="rId1"/>
          <a:stretch/>
        </p:blipFill>
        <p:spPr>
          <a:xfrm>
            <a:off x="11084040" y="5440680"/>
            <a:ext cx="885960" cy="1148400"/>
          </a:xfrm>
          <a:prstGeom prst="rect">
            <a:avLst/>
          </a:prstGeom>
          <a:noFill/>
          <a:ln w="0">
            <a:noFill/>
          </a:ln>
        </p:spPr>
      </p:pic>
      <p:sp>
        <p:nvSpPr>
          <p:cNvPr id="250" name="TextBox 232"/>
          <p:cNvSpPr/>
          <p:nvPr/>
        </p:nvSpPr>
        <p:spPr>
          <a:xfrm>
            <a:off x="822960" y="2267640"/>
            <a:ext cx="10560600" cy="2409480"/>
          </a:xfrm>
          <a:prstGeom prst="rect">
            <a:avLst/>
          </a:prstGeom>
          <a:noFill/>
          <a:ln w="0">
            <a:noFill/>
          </a:ln>
        </p:spPr>
        <p:style>
          <a:lnRef idx="0"/>
          <a:fillRef idx="0"/>
          <a:effectRef idx="0"/>
          <a:fontRef idx="minor"/>
        </p:style>
        <p:txBody>
          <a:bodyPr lIns="27360" tIns="36720" rIns="45720" bIns="27360" anchor="t">
            <a:spAutoFit/>
          </a:bodyPr>
          <a:p>
            <a:pPr>
              <a:lnSpc>
                <a:spcPct val="106000"/>
              </a:lnSpc>
              <a:spcAft>
                <a:spcPts val="1599"/>
              </a:spcAft>
            </a:pPr>
            <a:r>
              <a:rPr lang="en-US" sz="1900" b="0" u="none" strike="noStrike">
                <a:solidFill>
                  <a:srgbClr val="F7FAFA"/>
                </a:solidFill>
                <a:effectLst/>
                <a:uFillTx/>
                <a:latin typeface="Arial"/>
                <a:ea typeface="Arial"/>
              </a:rPr>
              <a:t>Adopt the SEI CERT C++ coding standard as a core secure-code baseline.</a:t>
            </a:r>
            <a:endParaRPr lang="en-US" sz="1900" b="0" u="none" strike="noStrike">
              <a:solidFill>
                <a:srgbClr val="FFFFFF"/>
              </a:solidFill>
              <a:effectLst/>
              <a:uFillTx/>
              <a:latin typeface="Arial"/>
            </a:endParaRPr>
          </a:p>
          <a:p>
            <a:pPr>
              <a:lnSpc>
                <a:spcPct val="106000"/>
              </a:lnSpc>
              <a:spcAft>
                <a:spcPts val="1599"/>
              </a:spcAft>
            </a:pPr>
            <a:r>
              <a:rPr lang="en-US" sz="1900" b="0" u="none" strike="noStrike">
                <a:solidFill>
                  <a:srgbClr val="F7FAFA"/>
                </a:solidFill>
                <a:effectLst/>
                <a:uFillTx/>
                <a:latin typeface="Arial"/>
                <a:ea typeface="Arial"/>
              </a:rPr>
              <a:t>Apply OWASP guidance for SQL injection prevention and application verification.</a:t>
            </a:r>
            <a:endParaRPr lang="en-US" sz="1900" b="0" u="none" strike="noStrike">
              <a:solidFill>
                <a:srgbClr val="FFFFFF"/>
              </a:solidFill>
              <a:effectLst/>
              <a:uFillTx/>
              <a:latin typeface="Arial"/>
            </a:endParaRPr>
          </a:p>
          <a:p>
            <a:pPr>
              <a:lnSpc>
                <a:spcPct val="106000"/>
              </a:lnSpc>
              <a:spcAft>
                <a:spcPts val="1599"/>
              </a:spcAft>
            </a:pPr>
            <a:r>
              <a:rPr lang="en-US" sz="1900" b="0" u="none" strike="noStrike">
                <a:solidFill>
                  <a:srgbClr val="F7FAFA"/>
                </a:solidFill>
                <a:effectLst/>
                <a:uFillTx/>
                <a:latin typeface="Arial"/>
                <a:ea typeface="Arial"/>
              </a:rPr>
              <a:t>Use NIST's Secure Software Development Framework to govern CI/CD security activities.</a:t>
            </a:r>
            <a:endParaRPr lang="en-US" sz="1900" b="0" u="none" strike="noStrike">
              <a:solidFill>
                <a:srgbClr val="FFFFFF"/>
              </a:solidFill>
              <a:effectLst/>
              <a:uFillTx/>
              <a:latin typeface="Arial"/>
            </a:endParaRPr>
          </a:p>
          <a:p>
            <a:pPr>
              <a:lnSpc>
                <a:spcPct val="106000"/>
              </a:lnSpc>
              <a:spcAft>
                <a:spcPts val="1599"/>
              </a:spcAft>
            </a:pPr>
            <a:r>
              <a:rPr lang="en-US" sz="1900" b="0" u="none" strike="noStrike">
                <a:solidFill>
                  <a:srgbClr val="F7FAFA"/>
                </a:solidFill>
                <a:effectLst/>
                <a:uFillTx/>
                <a:latin typeface="Arial"/>
                <a:ea typeface="Arial"/>
              </a:rPr>
              <a:t>Combine secure design, code review, tests, access controls, encryption, and monitoring.</a:t>
            </a:r>
            <a:endParaRPr lang="en-US" sz="1900" b="0" u="none" strike="noStrike">
              <a:solidFill>
                <a:srgbClr val="FFFFFF"/>
              </a:solidFill>
              <a:effectLst/>
              <a:uFillTx/>
              <a:latin typeface="Arial"/>
            </a:endParaRPr>
          </a:p>
          <a:p>
            <a:pPr>
              <a:lnSpc>
                <a:spcPct val="106000"/>
              </a:lnSpc>
              <a:spcAft>
                <a:spcPts val="1599"/>
              </a:spcAft>
            </a:pPr>
            <a:r>
              <a:rPr lang="en-US" sz="1900" b="0" u="none" strike="noStrike">
                <a:solidFill>
                  <a:srgbClr val="F7FAFA"/>
                </a:solidFill>
                <a:effectLst/>
                <a:uFillTx/>
                <a:latin typeface="Arial"/>
                <a:ea typeface="Arial"/>
              </a:rPr>
              <a:t>Bottom line: Start security in design, and keep checking after deployment.</a:t>
            </a:r>
            <a:endParaRPr lang="en-US" sz="1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2895480" y="764280"/>
            <a:ext cx="8609760" cy="1292400"/>
          </a:xfrm>
          <a:prstGeom prst="rect">
            <a:avLst/>
          </a:prstGeom>
          <a:noFill/>
          <a:ln w="0">
            <a:noFill/>
          </a:ln>
        </p:spPr>
        <p:txBody>
          <a:bodyPr lIns="91440" tIns="45720" rIns="91440" bIns="45720" anchor="ctr">
            <a:normAutofit/>
          </a:bodyPr>
          <a:p>
            <a:pPr indent="0" algn="r">
              <a:lnSpc>
                <a:spcPct val="90000"/>
              </a:lnSpc>
              <a:buNone/>
              <a:tabLst>
                <a:tab pos="0" algn="l"/>
              </a:tabLst>
            </a:pPr>
            <a:r>
              <a:rPr lang="en-US" sz="4000" b="0" u="none" strike="noStrike">
                <a:solidFill>
                  <a:schemeClr val="lt1"/>
                </a:solidFill>
                <a:effectLst/>
                <a:uFillTx/>
                <a:latin typeface="Century Gothic"/>
                <a:ea typeface="Century Gothic"/>
              </a:rPr>
              <a:t>REFERENCES</a:t>
            </a:r>
            <a:endParaRPr lang="en-US" sz="4000" b="0" u="none" strike="noStrike">
              <a:solidFill>
                <a:srgbClr val="000000"/>
              </a:solidFill>
              <a:effectLst/>
              <a:uFillTx/>
              <a:latin typeface="Arial"/>
            </a:endParaRPr>
          </a:p>
        </p:txBody>
      </p:sp>
      <p:sp>
        <p:nvSpPr>
          <p:cNvPr id="252" name="PlaceHolder 2"/>
          <p:cNvSpPr>
            <a:spLocks noGrp="1"/>
          </p:cNvSpPr>
          <p:nvPr>
            <p:ph/>
          </p:nvPr>
        </p:nvSpPr>
        <p:spPr>
          <a:xfrm>
            <a:off x="685800" y="2194560"/>
            <a:ext cx="10819800" cy="4023360"/>
          </a:xfrm>
          <a:prstGeom prst="rect">
            <a:avLst/>
          </a:prstGeom>
          <a:noFill/>
          <a:ln w="0">
            <a:noFill/>
          </a:ln>
        </p:spPr>
        <p:txBody>
          <a:bodyPr lIns="91440" tIns="45720" rIns="91440" bIns="45720" anchor="t">
            <a:normAutofit/>
          </a:bodyPr>
          <a:p>
            <a:pPr indent="0" algn="l">
              <a:spcBef>
                <a:spcPts val="1417"/>
              </a:spcBef>
              <a:buNone/>
            </a:pPr>
            <a:endParaRPr lang="en-US" sz="2200" b="0" u="none" strike="noStrike">
              <a:solidFill>
                <a:srgbClr val="000000"/>
              </a:solidFill>
              <a:effectLst/>
              <a:uFillTx/>
              <a:latin typeface="Arial"/>
            </a:endParaRPr>
          </a:p>
        </p:txBody>
      </p:sp>
      <p:pic>
        <p:nvPicPr>
          <p:cNvPr id="253" name="Google Shape;239;p14" descr="Green Pace logo"/>
          <p:cNvPicPr/>
          <p:nvPr/>
        </p:nvPicPr>
        <p:blipFill>
          <a:blip r:embed="rId1"/>
          <a:stretch/>
        </p:blipFill>
        <p:spPr>
          <a:xfrm>
            <a:off x="11084040" y="5440680"/>
            <a:ext cx="885960" cy="1148400"/>
          </a:xfrm>
          <a:prstGeom prst="rect">
            <a:avLst/>
          </a:prstGeom>
          <a:noFill/>
          <a:ln w="0">
            <a:noFill/>
          </a:ln>
        </p:spPr>
      </p:pic>
      <p:sp>
        <p:nvSpPr>
          <p:cNvPr id="254" name="TextBox 239"/>
          <p:cNvSpPr/>
          <p:nvPr/>
        </p:nvSpPr>
        <p:spPr>
          <a:xfrm>
            <a:off x="749880" y="2103120"/>
            <a:ext cx="10816560" cy="2703240"/>
          </a:xfrm>
          <a:prstGeom prst="rect">
            <a:avLst/>
          </a:prstGeom>
          <a:noFill/>
          <a:ln w="0">
            <a:noFill/>
          </a:ln>
        </p:spPr>
        <p:style>
          <a:lnRef idx="0"/>
          <a:fillRef idx="0"/>
          <a:effectRef idx="0"/>
          <a:fontRef idx="minor"/>
        </p:style>
        <p:txBody>
          <a:bodyPr lIns="27360" tIns="36720" rIns="45720" bIns="27360" anchor="t">
            <a:spAutoFit/>
          </a:bodyPr>
          <a:p>
            <a:pPr>
              <a:lnSpc>
                <a:spcPct val="102000"/>
              </a:lnSpc>
              <a:spcAft>
                <a:spcPts val="1500"/>
              </a:spcAft>
            </a:pPr>
            <a:r>
              <a:rPr lang="en-US" sz="1510" b="0" u="none" strike="noStrike">
                <a:solidFill>
                  <a:srgbClr val="F7FAFA"/>
                </a:solidFill>
                <a:effectLst/>
                <a:uFillTx/>
                <a:latin typeface="Arial"/>
                <a:ea typeface="Arial"/>
              </a:rPr>
              <a:t>Carnegie Mellon University, Software Engineering Institute. (n.d.). SEI CERT C++ coding standard. https://wiki.sei.cmu.edu/confluence/display/cplusplus</a:t>
            </a:r>
            <a:endParaRPr lang="en-US" sz="1510" b="0" u="none" strike="noStrike">
              <a:solidFill>
                <a:srgbClr val="FFFFFF"/>
              </a:solidFill>
              <a:effectLst/>
              <a:uFillTx/>
              <a:latin typeface="Arial"/>
            </a:endParaRPr>
          </a:p>
          <a:p>
            <a:pPr>
              <a:lnSpc>
                <a:spcPct val="102000"/>
              </a:lnSpc>
              <a:spcAft>
                <a:spcPts val="1500"/>
              </a:spcAft>
            </a:pPr>
            <a:r>
              <a:rPr lang="en-US" sz="1510" b="0" u="none" strike="noStrike">
                <a:solidFill>
                  <a:srgbClr val="F7FAFA"/>
                </a:solidFill>
                <a:effectLst/>
                <a:uFillTx/>
                <a:latin typeface="Arial"/>
                <a:ea typeface="Arial"/>
              </a:rPr>
              <a:t>OWASP Foundation. (n.d.). SQL injection prevention cheat sheet. https://cheatsheetseries.owasp.org/cheatsheets/SQL_Injection_Prevention_Cheat_Sheet.html</a:t>
            </a:r>
            <a:endParaRPr lang="en-US" sz="1510" b="0" u="none" strike="noStrike">
              <a:solidFill>
                <a:srgbClr val="FFFFFF"/>
              </a:solidFill>
              <a:effectLst/>
              <a:uFillTx/>
              <a:latin typeface="Arial"/>
            </a:endParaRPr>
          </a:p>
          <a:p>
            <a:pPr>
              <a:lnSpc>
                <a:spcPct val="102000"/>
              </a:lnSpc>
              <a:spcAft>
                <a:spcPts val="1500"/>
              </a:spcAft>
            </a:pPr>
            <a:r>
              <a:rPr lang="en-US" sz="1510" b="0" u="none" strike="noStrike">
                <a:solidFill>
                  <a:srgbClr val="F7FAFA"/>
                </a:solidFill>
                <a:effectLst/>
                <a:uFillTx/>
                <a:latin typeface="Arial"/>
                <a:ea typeface="Arial"/>
              </a:rPr>
              <a:t>National Institute of Standards and Technology. (2022). Secure software development framework (NIST SP 800-218). https://doi.org/10.6028/NIST.SP.800-218</a:t>
            </a:r>
            <a:endParaRPr lang="en-US" sz="1510" b="0" u="none" strike="noStrike">
              <a:solidFill>
                <a:srgbClr val="FFFFFF"/>
              </a:solidFill>
              <a:effectLst/>
              <a:uFillTx/>
              <a:latin typeface="Arial"/>
            </a:endParaRPr>
          </a:p>
          <a:p>
            <a:pPr>
              <a:lnSpc>
                <a:spcPct val="102000"/>
              </a:lnSpc>
              <a:spcAft>
                <a:spcPts val="1500"/>
              </a:spcAft>
            </a:pPr>
            <a:r>
              <a:rPr lang="en-US" sz="1510" b="0" u="none" strike="noStrike">
                <a:solidFill>
                  <a:srgbClr val="F7FAFA"/>
                </a:solidFill>
                <a:effectLst/>
                <a:uFillTx/>
                <a:latin typeface="Arial"/>
                <a:ea typeface="Arial"/>
              </a:rPr>
              <a:t>LLVM Project. (n.d.). AddressSanitizer. https://clang.llvm.org/docs/AddressSanitizer.html</a:t>
            </a:r>
            <a:endParaRPr lang="en-US" sz="1510" b="0" u="none" strike="noStrike">
              <a:solidFill>
                <a:srgbClr val="FFFFFF"/>
              </a:solidFill>
              <a:effectLst/>
              <a:uFillTx/>
              <a:latin typeface="Arial"/>
            </a:endParaRPr>
          </a:p>
          <a:p>
            <a:pPr>
              <a:lnSpc>
                <a:spcPct val="102000"/>
              </a:lnSpc>
              <a:spcAft>
                <a:spcPts val="1500"/>
              </a:spcAft>
            </a:pPr>
            <a:r>
              <a:rPr lang="en-US" sz="1510" b="0" u="none" strike="noStrike">
                <a:solidFill>
                  <a:srgbClr val="F7FAFA"/>
                </a:solidFill>
                <a:effectLst/>
                <a:uFillTx/>
                <a:latin typeface="Arial"/>
                <a:ea typeface="Arial"/>
              </a:rPr>
              <a:t>Google. (n.d.). GoogleTest primer. https://google.github.io/googletest/primer.html</a:t>
            </a:r>
            <a:endParaRPr lang="en-US" sz="151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387</TotalTime>
  <Application>LibreOffice/26.2.6.3$Windows_X86_64 LibreOffice_project/8221e31b3ac356a1623c672912a3d2b492f7e3d1</Application>
  <AppVersion>15.0000</AppVersion>
  <Words>352</Words>
  <Paragraphs>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2020-08-19T17:59:24Z</dcterms:created>
  <dc:creator>Brandon Canady</dc:creator>
  <dc:description/>
  <dc:language>en-US</dc:language>
  <cp:lastModifiedBy/>
  <dcterms:modified xsi:type="dcterms:W3CDTF">2026-10-20T16:28:06Z</dcterms:modified>
  <cp:revision>5</cp:revision>
  <dc:subject>Original 14-slide SNHU template, completed with six verified Google Test results</dc:subject>
  <dc:title>Green Pace Security Policy Presentation — CS 405 Project Two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y fmtid="{D5CDD505-2E9C-101B-9397-08002B2CF9AE}" pid="5" name="Notes">
    <vt:i4>14</vt:i4>
  </property>
  <property fmtid="{D5CDD505-2E9C-101B-9397-08002B2CF9AE}" pid="6" name="PresentationFormat">
    <vt:lpwstr>Widescreen</vt:lpwstr>
  </property>
  <property fmtid="{D5CDD505-2E9C-101B-9397-08002B2CF9AE}" pid="7" name="Slides">
    <vt:i4>14</vt:i4>
  </property>
</Properties>
</file>